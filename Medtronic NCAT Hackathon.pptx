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4"/>
    <p:sldMasterId id="2147484091" r:id="rId5"/>
  </p:sldMasterIdLst>
  <p:notesMasterIdLst>
    <p:notesMasterId r:id="rId10"/>
  </p:notesMasterIdLst>
  <p:handoutMasterIdLst>
    <p:handoutMasterId r:id="rId11"/>
  </p:handoutMasterIdLst>
  <p:sldIdLst>
    <p:sldId id="2147479165" r:id="rId6"/>
    <p:sldId id="2147479166" r:id="rId7"/>
    <p:sldId id="2147479164" r:id="rId8"/>
    <p:sldId id="2147479167" r:id="rId9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592" userDrawn="1">
          <p15:clr>
            <a:srgbClr val="A4A3A4"/>
          </p15:clr>
        </p15:guide>
        <p15:guide id="4" pos="46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8CA615-08AF-4D15-EF4D-5E213757BC87}" name="Blandin, Kathy" initials="BK" userId="S::blandk1@medtronic.com::2e7af2f4-df9a-4076-83eb-032f75811022" providerId="AD"/>
  <p188:author id="{7C119818-9547-710A-6BA8-2C77A77EBC7A}" name="Condon, Dawn" initials="CD" userId="S::condod3@medtronic.com::808b6f61-5420-43bd-aec0-1c6ecb82a7e0" providerId="AD"/>
  <p188:author id="{9DEE192F-F742-989A-57BA-0377424FE745}" name="Vechell, Brit" initials="VB" userId="S::burleb3@medtronic.com::317c1604-bd2a-4fc4-a060-33f77eff80d8" providerId="AD"/>
  <p188:author id="{1DC56842-9737-236F-42AC-F040E838A363}" name="Larson, Brent" initials="LB" userId="S::larsob8@medtronic.com::92344ba6-af39-4425-8b86-378cc6326a66" providerId="AD"/>
  <p188:author id="{6865D344-C589-57F8-61FD-0238F3FB48AB}" name="Garza, Maria" initials="GM" userId="S::garzim2@medtronic.com::f9324ac5-86e5-49a6-9319-c8e759df114e" providerId="AD"/>
  <p188:author id="{2A9E9256-2D69-8529-E382-FF3D7DFF4823}" name="Zamora Zuniga, Karlen" initials="" userId="S::zunigk3@medtronic.com::8a5a9b14-c4bf-4193-a242-b912d267738b" providerId="AD"/>
  <p188:author id="{4CB87B77-AD75-F3FB-EC8F-DF3419A26468}" name="Polanco, Alexander [VPE]" initials="P[" userId="S::polana18@medtronic.com::440af3d6-f68c-4b15-8ab4-dd7592eced04" providerId="AD"/>
  <p188:author id="{9E223D92-7BD3-1CC7-2FF1-BA1A45A2AF69}" name="Boyles, Eric [RDN]" initials="BE[" userId="S::boylee3@medtronic.com::49bda2ce-9ddb-487e-baed-e9e0b7ae41b8" providerId="AD"/>
  <p188:author id="{E0F00ABA-369B-C462-DB1F-BF4852E20F90}" name="Mollman, Sally" initials="MS" userId="S::mollms2@medtronic.com::7f2a0cec-3ebb-441d-9838-a11b36a8b58d" providerId="AD"/>
  <p188:author id="{2938EAD1-1BB1-EDA3-0F2F-0B71C431E70D}" name="Michlitsch, Jennifer" initials="MJ" userId="S::michlj1@medtronic.com::68b4d6f9-b0f3-42a2-82e0-9eceee5ca5c3" providerId="AD"/>
  <p188:author id="{9C1BD1DE-3E2B-230D-0A44-78F2BAE01D14}" name="de Ranitz, Tom" initials="dRT" userId="S::ranitt2@medtronic.com::7ae6b524-2fc9-4ec4-b57f-4470074802e5" providerId="AD"/>
  <p188:author id="{56CEBBE5-75C2-8812-8306-666C89BD6B11}" name="Smith, Laura [COV]" initials="SL[" userId="S::smithl45@medtronic.com::1c3fbab9-184a-4fcb-a980-1adceee72eb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252"/>
    <a:srgbClr val="777777"/>
    <a:srgbClr val="59A719"/>
    <a:srgbClr val="E40A1A"/>
    <a:srgbClr val="F7A800"/>
    <a:srgbClr val="C121EB"/>
    <a:srgbClr val="008EFF"/>
    <a:srgbClr val="666666"/>
    <a:srgbClr val="ED002A"/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F40A9C-927C-4DD8-8EED-DBD934395746}" v="15" dt="2025-11-07T21:51:05.2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40" y="56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E701F7-9C14-41D8-93C9-D1B5F7CF2E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6A224F-924A-46DA-AEE0-75746A8F24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FE788-478F-4CD9-A6FA-FA663411C7E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59F9E-2CA8-45ED-A9E5-6A87A151C3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F4CE8-8130-4D05-87C7-24FF3D5D59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9455A-3F0D-46A0-8E0E-6818E7439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03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AD4FF-1DCC-4847-A8CA-B83C24B1858A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144DD-0FF9-46BA-8E8D-C8412D775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95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144DD-0FF9-46BA-8E8D-C8412D7750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20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Cov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4025816-B6AD-4295-9516-A131E0994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789" y="1937784"/>
            <a:ext cx="7749041" cy="489365"/>
          </a:xfrm>
          <a:prstGeom prst="rect">
            <a:avLst/>
          </a:prstGeom>
        </p:spPr>
        <p:txBody>
          <a:bodyPr wrap="square" lIns="0" tIns="0" rIns="0" bIns="182880" anchor="b">
            <a:spAutoFit/>
          </a:bodyPr>
          <a:lstStyle>
            <a:lvl1pPr>
              <a:defRPr kumimoji="0" lang="en-US" sz="18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CC30C94-9D0D-4B7E-85A1-82AEC08E96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9" y="2392228"/>
            <a:ext cx="7749041" cy="3690241"/>
          </a:xfrm>
          <a:prstGeom prst="rect">
            <a:avLst/>
          </a:prstGeom>
        </p:spPr>
        <p:txBody>
          <a:bodyPr wrap="square" lIns="0" bIns="0" anchor="b">
            <a:spAutoFit/>
          </a:bodyPr>
          <a:lstStyle>
            <a:lvl1pPr>
              <a:defRPr sz="8800">
                <a:solidFill>
                  <a:srgbClr val="FFFFFF"/>
                </a:solidFill>
                <a:latin typeface="Avenir Next World Thin" panose="020B0303020202020204" pitchFamily="34" charset="0"/>
                <a:cs typeface="Avenir Next World Thin" panose="020B0303020202020204" pitchFamily="34" charset="0"/>
              </a:defRPr>
            </a:lvl1pPr>
          </a:lstStyle>
          <a:p>
            <a:r>
              <a:rPr lang="en-US"/>
              <a:t>Presentation title text goes here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AFA93CD-B938-4662-B20E-40FBB0A637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791" y="5990905"/>
            <a:ext cx="7749040" cy="510909"/>
          </a:xfrm>
          <a:prstGeom prst="rect">
            <a:avLst/>
          </a:prstGeom>
        </p:spPr>
        <p:txBody>
          <a:bodyPr wrap="square" lIns="0" tIns="36576" rIns="0" bIns="0">
            <a:spAutoFit/>
          </a:bodyPr>
          <a:lstStyle>
            <a:lvl1pPr>
              <a:spcBef>
                <a:spcPts val="0"/>
              </a:spcBef>
              <a:defRPr kumimoji="0" lang="en-US" sz="28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4C8C313-CD27-4AAA-AAC1-F5E00C2B1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8" y="7091985"/>
            <a:ext cx="7749040" cy="270843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 panose="020B0503020202020204" pitchFamily="34" charset="0"/>
                <a:cs typeface="Avenir Next World" panose="020B0503020202020204" pitchFamily="34" charset="0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C400979-FBB2-4A8B-9B9D-E15997BC32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7386810"/>
            <a:ext cx="7749040" cy="270843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 panose="020B0503020202020204" pitchFamily="34" charset="0"/>
                <a:cs typeface="Avenir Next World" panose="020B0503020202020204" pitchFamily="34" charset="0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</p:spTree>
    <p:extLst>
      <p:ext uri="{BB962C8B-B14F-4D97-AF65-F5344CB8AC3E}">
        <p14:creationId xmlns:p14="http://schemas.microsoft.com/office/powerpoint/2010/main" val="1642444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Cov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4025816-B6AD-4295-9516-A131E0994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788" y="935366"/>
            <a:ext cx="13203238" cy="557076"/>
          </a:xfrm>
          <a:prstGeom prst="rect">
            <a:avLst/>
          </a:prstGeom>
        </p:spPr>
        <p:txBody>
          <a:bodyPr wrap="square" lIns="0" tIns="0" rIns="0" bIns="182880" anchor="b">
            <a:spAutoFit/>
          </a:bodyPr>
          <a:lstStyle>
            <a:lvl1pPr>
              <a:defRPr kumimoji="0" lang="en-US" sz="22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CC30C94-9D0D-4B7E-85A1-82AEC08E96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7" y="1492444"/>
            <a:ext cx="13203238" cy="2552321"/>
          </a:xfrm>
          <a:prstGeom prst="rect">
            <a:avLst/>
          </a:prstGeom>
        </p:spPr>
        <p:txBody>
          <a:bodyPr wrap="square" lIns="0" bIns="0" anchor="b">
            <a:noAutofit/>
          </a:bodyPr>
          <a:lstStyle>
            <a:lvl1pPr>
              <a:defRPr sz="8800">
                <a:solidFill>
                  <a:srgbClr val="FFFFFF"/>
                </a:solidFill>
                <a:latin typeface="+mn-lt"/>
                <a:cs typeface="Avenir Next World Thin" panose="020B0303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AFA93CD-B938-4662-B20E-40FBB0A637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790" y="4114801"/>
            <a:ext cx="6602411" cy="510909"/>
          </a:xfrm>
          <a:prstGeom prst="rect">
            <a:avLst/>
          </a:prstGeom>
        </p:spPr>
        <p:txBody>
          <a:bodyPr wrap="square" lIns="0" tIns="36576" rIns="0" bIns="0">
            <a:spAutoFit/>
          </a:bodyPr>
          <a:lstStyle>
            <a:lvl1pPr>
              <a:spcBef>
                <a:spcPts val="0"/>
              </a:spcBef>
              <a:defRPr kumimoji="0" lang="en-US" sz="28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4C8C313-CD27-4AAA-AAC1-F5E00C2B1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5049370"/>
            <a:ext cx="6472236" cy="270843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C400979-FBB2-4A8B-9B9D-E15997BC32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3106" y="5344197"/>
            <a:ext cx="6472237" cy="270843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</p:spTree>
    <p:extLst>
      <p:ext uri="{BB962C8B-B14F-4D97-AF65-F5344CB8AC3E}">
        <p14:creationId xmlns:p14="http://schemas.microsoft.com/office/powerpoint/2010/main" val="23194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Cover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CCC30C94-9D0D-4B7E-85A1-82AEC08E96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7" y="2534307"/>
            <a:ext cx="13203238" cy="2696123"/>
          </a:xfrm>
          <a:prstGeom prst="rect">
            <a:avLst/>
          </a:prstGeom>
        </p:spPr>
        <p:txBody>
          <a:bodyPr wrap="square" lIns="0" bIns="0" anchor="b">
            <a:spAutoFit/>
          </a:bodyPr>
          <a:lstStyle>
            <a:lvl1pPr>
              <a:defRPr sz="9600">
                <a:solidFill>
                  <a:srgbClr val="FFFFFF"/>
                </a:solidFill>
                <a:latin typeface="Avenir Next World Thin" panose="020B0303020202020204" pitchFamily="34" charset="0"/>
                <a:cs typeface="Avenir Next World Thin" panose="020B0303020202020204" pitchFamily="34" charset="0"/>
              </a:defRPr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AFA93CD-B938-4662-B20E-40FBB0A637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788" y="5241605"/>
            <a:ext cx="13203238" cy="544765"/>
          </a:xfrm>
          <a:prstGeom prst="rect">
            <a:avLst/>
          </a:prstGeom>
        </p:spPr>
        <p:txBody>
          <a:bodyPr wrap="square" lIns="0" tIns="36576" rIns="0" bIns="0">
            <a:spAutoFit/>
          </a:bodyPr>
          <a:lstStyle>
            <a:lvl1pPr>
              <a:spcBef>
                <a:spcPts val="0"/>
              </a:spcBef>
              <a:defRPr kumimoji="0" lang="en-US" sz="3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4C8C313-CD27-4AAA-AAC1-F5E00C2B1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091983"/>
            <a:ext cx="6472236" cy="270843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E03FC09-BA0D-3C25-5F31-81CBEF5C1D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9" y="7411430"/>
            <a:ext cx="6472237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</p:spTree>
    <p:extLst>
      <p:ext uri="{BB962C8B-B14F-4D97-AF65-F5344CB8AC3E}">
        <p14:creationId xmlns:p14="http://schemas.microsoft.com/office/powerpoint/2010/main" val="172318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Cover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9EAA01-DDBD-252F-40B4-7A78384B06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788" y="2381842"/>
            <a:ext cx="10955338" cy="557076"/>
          </a:xfrm>
          <a:prstGeom prst="rect">
            <a:avLst/>
          </a:prstGeom>
        </p:spPr>
        <p:txBody>
          <a:bodyPr wrap="square" lIns="0" tIns="0" rIns="0" bIns="182880" anchor="b">
            <a:noAutofit/>
          </a:bodyPr>
          <a:lstStyle>
            <a:lvl1pPr>
              <a:defRPr kumimoji="0" lang="en-US" sz="220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EE7D87E-603F-C363-5A9B-CB3AE8753C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9" y="3008376"/>
            <a:ext cx="13203236" cy="2516671"/>
          </a:xfrm>
        </p:spPr>
        <p:txBody>
          <a:bodyPr wrap="square" lIns="0" bIns="0" anchor="t">
            <a:noAutofit/>
          </a:bodyPr>
          <a:lstStyle>
            <a:lvl1pPr>
              <a:defRPr sz="8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20D8F37-9349-8F7B-7FF6-07BB59F7FB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308" y="5525047"/>
            <a:ext cx="13203238" cy="510910"/>
          </a:xfrm>
        </p:spPr>
        <p:txBody>
          <a:bodyPr wrap="square" tIns="36576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4C8C313-CD27-4AAA-AAC1-F5E00C2B1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116605"/>
            <a:ext cx="6472236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B77E1C7-AFDC-6912-C272-7E7E3DD0C1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9" y="7411430"/>
            <a:ext cx="6472237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</p:spTree>
    <p:extLst>
      <p:ext uri="{BB962C8B-B14F-4D97-AF65-F5344CB8AC3E}">
        <p14:creationId xmlns:p14="http://schemas.microsoft.com/office/powerpoint/2010/main" val="420585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lectric Blue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4025816-B6AD-4295-9516-A131E0994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788" y="2381842"/>
            <a:ext cx="10955338" cy="557076"/>
          </a:xfrm>
          <a:prstGeom prst="rect">
            <a:avLst/>
          </a:prstGeom>
        </p:spPr>
        <p:txBody>
          <a:bodyPr wrap="square" lIns="0" tIns="0" rIns="0" bIns="182880" anchor="b">
            <a:noAutofit/>
          </a:bodyPr>
          <a:lstStyle>
            <a:lvl1pPr>
              <a:defRPr kumimoji="0" lang="en-US" sz="22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CC30C94-9D0D-4B7E-85A1-82AEC08E96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9" y="3008376"/>
            <a:ext cx="13203236" cy="2516671"/>
          </a:xfrm>
        </p:spPr>
        <p:txBody>
          <a:bodyPr wrap="square" lIns="0" bIns="0" anchor="t">
            <a:noAutofit/>
          </a:bodyPr>
          <a:lstStyle>
            <a:lvl1pPr>
              <a:defRPr sz="88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8A61AC3-93DF-DD92-98F8-4C01483AB2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308" y="5525047"/>
            <a:ext cx="13203238" cy="510910"/>
          </a:xfrm>
        </p:spPr>
        <p:txBody>
          <a:bodyPr wrap="square" tIns="36576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4C8C313-CD27-4AAA-AAC1-F5E00C2B1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8" y="7116605"/>
            <a:ext cx="6472236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C400979-FBB2-4A8B-9B9D-E15997BC32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9" y="7411430"/>
            <a:ext cx="6472237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6E5131-CF26-37C0-EA27-829C30964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6816" y="300838"/>
            <a:ext cx="3979760" cy="121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27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424F079-DCC5-41EC-A910-77D3F6267F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788" y="2381842"/>
            <a:ext cx="8659812" cy="557076"/>
          </a:xfrm>
          <a:prstGeom prst="rect">
            <a:avLst/>
          </a:prstGeom>
        </p:spPr>
        <p:txBody>
          <a:bodyPr wrap="square" lIns="0" tIns="0" rIns="0" bIns="182880" anchor="b">
            <a:noAutofit/>
          </a:bodyPr>
          <a:lstStyle>
            <a:lvl1pPr>
              <a:defRPr kumimoji="0" lang="en-US" sz="22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499397-516C-4916-BDD8-79EC82759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8" y="3007968"/>
            <a:ext cx="8659811" cy="2517079"/>
          </a:xfrm>
        </p:spPr>
        <p:txBody>
          <a:bodyPr wrap="square" lIns="0" bIns="0" anchor="t">
            <a:noAutofit/>
          </a:bodyPr>
          <a:lstStyle>
            <a:lvl1pPr>
              <a:defRPr sz="88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109723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 goes here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CAA8C1B-9E9A-E151-23A4-A9BD13119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309" y="5525047"/>
            <a:ext cx="8654291" cy="510910"/>
          </a:xfrm>
        </p:spPr>
        <p:txBody>
          <a:bodyPr wrap="square" tIns="36576">
            <a:noAutofit/>
          </a:bodyPr>
          <a:lstStyle>
            <a:lvl1pPr>
              <a:defRPr sz="28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EF6CBD-2492-460C-A159-130D0060A6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8" y="7116605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D32CC87-DEC8-4E1B-95F5-37D3A0B0F8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7411430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</p:spTree>
    <p:extLst>
      <p:ext uri="{BB962C8B-B14F-4D97-AF65-F5344CB8AC3E}">
        <p14:creationId xmlns:p14="http://schemas.microsoft.com/office/powerpoint/2010/main" val="3282658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424F079-DCC5-41EC-A910-77D3F6267F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789" y="2381842"/>
            <a:ext cx="10968037" cy="557076"/>
          </a:xfrm>
          <a:prstGeom prst="rect">
            <a:avLst/>
          </a:prstGeom>
        </p:spPr>
        <p:txBody>
          <a:bodyPr wrap="square" lIns="0" tIns="0" rIns="0" bIns="182880" anchor="b">
            <a:noAutofit/>
          </a:bodyPr>
          <a:lstStyle>
            <a:lvl1pPr>
              <a:defRPr kumimoji="0" lang="en-US" sz="22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499397-516C-4916-BDD8-79EC82759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8" y="3007968"/>
            <a:ext cx="8888412" cy="2517079"/>
          </a:xfrm>
        </p:spPr>
        <p:txBody>
          <a:bodyPr wrap="square" lIns="0" bIns="0" anchor="t">
            <a:noAutofit/>
          </a:bodyPr>
          <a:lstStyle>
            <a:lvl1pPr>
              <a:defRPr sz="88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109723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 goes here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CAA8C1B-9E9A-E151-23A4-A9BD13119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308" y="5525047"/>
            <a:ext cx="13203238" cy="510910"/>
          </a:xfrm>
        </p:spPr>
        <p:txBody>
          <a:bodyPr wrap="square" tIns="36576">
            <a:noAutofit/>
          </a:bodyPr>
          <a:lstStyle>
            <a:lvl1pPr>
              <a:defRPr sz="28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EF6CBD-2492-460C-A159-130D0060A6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8" y="7116605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D32CC87-DEC8-4E1B-95F5-37D3A0B0F8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7411430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</p:spTree>
    <p:extLst>
      <p:ext uri="{BB962C8B-B14F-4D97-AF65-F5344CB8AC3E}">
        <p14:creationId xmlns:p14="http://schemas.microsoft.com/office/powerpoint/2010/main" val="3331293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424F079-DCC5-41EC-A910-77D3F6267F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789" y="2381842"/>
            <a:ext cx="10968037" cy="557076"/>
          </a:xfrm>
          <a:prstGeom prst="rect">
            <a:avLst/>
          </a:prstGeom>
        </p:spPr>
        <p:txBody>
          <a:bodyPr wrap="square" lIns="0" tIns="0" rIns="0" bIns="182880" anchor="b">
            <a:noAutofit/>
          </a:bodyPr>
          <a:lstStyle>
            <a:lvl1pPr>
              <a:defRPr kumimoji="0" lang="en-US" sz="22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499397-516C-4916-BDD8-79EC82759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8" y="3007968"/>
            <a:ext cx="13203238" cy="2517079"/>
          </a:xfrm>
        </p:spPr>
        <p:txBody>
          <a:bodyPr wrap="square" lIns="0" bIns="0" anchor="t">
            <a:noAutofit/>
          </a:bodyPr>
          <a:lstStyle>
            <a:lvl1pPr>
              <a:defRPr sz="88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109723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 goes here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CAA8C1B-9E9A-E151-23A4-A9BD13119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308" y="5525047"/>
            <a:ext cx="13203238" cy="510910"/>
          </a:xfrm>
        </p:spPr>
        <p:txBody>
          <a:bodyPr wrap="square" tIns="36576">
            <a:noAutofit/>
          </a:bodyPr>
          <a:lstStyle>
            <a:lvl1pPr>
              <a:defRPr sz="28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EF6CBD-2492-460C-A159-130D0060A6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8" y="7116605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D32CC87-DEC8-4E1B-95F5-37D3A0B0F8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7411430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B2C39-C097-89BE-218A-2758D507D7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2750" y="311623"/>
            <a:ext cx="3790950" cy="115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5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513A8-D1F9-4212-9A7D-92BD32CC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5200" y="0"/>
            <a:ext cx="7315200" cy="8229600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F58FEE-FA72-412F-9D6C-FB8F94854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410" y="2353712"/>
            <a:ext cx="8714615" cy="596382"/>
          </a:xfrm>
          <a:prstGeom prst="rect">
            <a:avLst/>
          </a:prstGeom>
        </p:spPr>
        <p:txBody>
          <a:bodyPr wrap="square" lIns="0" tIns="0" rIns="0" bIns="237744" anchor="b">
            <a:noAutofit/>
          </a:bodyPr>
          <a:lstStyle>
            <a:lvl1pPr>
              <a:defRPr kumimoji="0" lang="en-US" sz="20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17C2046-3418-42F0-AAC2-384A248A3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311" y="3007968"/>
            <a:ext cx="8714615" cy="1964218"/>
          </a:xfrm>
        </p:spPr>
        <p:txBody>
          <a:bodyPr wrap="square" anchor="t">
            <a:noAutofit/>
          </a:bodyPr>
          <a:lstStyle>
            <a:lvl1pPr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359A754-823A-B1EF-F754-A906806C42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310" y="4972186"/>
            <a:ext cx="8714614" cy="461665"/>
          </a:xfrm>
        </p:spPr>
        <p:txBody>
          <a:bodyPr wrap="square" tIns="54864">
            <a:noAutofit/>
          </a:bodyPr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668AAC2-9C72-4D3A-B1C1-072ECEAA95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311" y="7110524"/>
            <a:ext cx="6466715" cy="24622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591D896-8485-4B88-9BC0-3A6EBABDC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8311" y="7411879"/>
            <a:ext cx="6466715" cy="24622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25D8DEC-6577-44D5-814C-FF407BF6A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408" y="569120"/>
            <a:ext cx="2581274" cy="68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34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Cover with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7DC1B14-2533-451D-BE00-B754CC2D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 t="-6" r="-1723" b="-30"/>
          <a:stretch/>
        </p:blipFill>
        <p:spPr>
          <a:xfrm>
            <a:off x="9228223" y="1299403"/>
            <a:ext cx="4741930" cy="5401433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69BCDAB-D595-4018-A663-405DCE8AA0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409" y="2353712"/>
            <a:ext cx="7916849" cy="596382"/>
          </a:xfrm>
          <a:prstGeom prst="rect">
            <a:avLst/>
          </a:prstGeom>
        </p:spPr>
        <p:txBody>
          <a:bodyPr wrap="square" lIns="0" tIns="0" rIns="0" bIns="237744" anchor="b">
            <a:noAutofit/>
          </a:bodyPr>
          <a:lstStyle>
            <a:lvl1pPr>
              <a:defRPr kumimoji="0" lang="en-US" sz="20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F71FDF-98AE-435C-A23A-50D5ADA2E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310" y="3007968"/>
            <a:ext cx="7916849" cy="1964218"/>
          </a:xfrm>
        </p:spPr>
        <p:txBody>
          <a:bodyPr wrap="square" anchor="t">
            <a:noAutofit/>
          </a:bodyPr>
          <a:lstStyle>
            <a:lvl1pPr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A6AF593-565A-9A6A-90C2-B121D61EC8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309" y="4972186"/>
            <a:ext cx="7916849" cy="461665"/>
          </a:xfrm>
        </p:spPr>
        <p:txBody>
          <a:bodyPr wrap="square" tIns="54864">
            <a:noAutofit/>
          </a:bodyPr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EF6CBD-2492-460C-A159-130D0060A6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8" y="7116605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D32CC87-DEC8-4E1B-95F5-37D3A0B0F8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7411430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565F55E-088B-4ED0-A650-99752ADA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408" y="569120"/>
            <a:ext cx="2581274" cy="68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16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Circula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1CBEB0F-0FC0-4A08-B2C2-8780C603C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44013" y="2"/>
            <a:ext cx="6186388" cy="8229599"/>
          </a:xfrm>
          <a:custGeom>
            <a:avLst/>
            <a:gdLst>
              <a:gd name="connsiteX0" fmla="*/ 1940129 w 6186388"/>
              <a:gd name="connsiteY0" fmla="*/ 0 h 8229599"/>
              <a:gd name="connsiteX1" fmla="*/ 6186388 w 6186388"/>
              <a:gd name="connsiteY1" fmla="*/ 0 h 8229599"/>
              <a:gd name="connsiteX2" fmla="*/ 6186388 w 6186388"/>
              <a:gd name="connsiteY2" fmla="*/ 8229599 h 8229599"/>
              <a:gd name="connsiteX3" fmla="*/ 1963562 w 6186388"/>
              <a:gd name="connsiteY3" fmla="*/ 8229599 h 8229599"/>
              <a:gd name="connsiteX4" fmla="*/ 1926963 w 6186388"/>
              <a:gd name="connsiteY4" fmla="*/ 8200774 h 8229599"/>
              <a:gd name="connsiteX5" fmla="*/ 8711 w 6186388"/>
              <a:gd name="connsiteY5" fmla="*/ 4412567 h 8229599"/>
              <a:gd name="connsiteX6" fmla="*/ 0 w 6186388"/>
              <a:gd name="connsiteY6" fmla="*/ 4105608 h 8229599"/>
              <a:gd name="connsiteX7" fmla="*/ 0 w 6186388"/>
              <a:gd name="connsiteY7" fmla="*/ 4105536 h 8229599"/>
              <a:gd name="connsiteX8" fmla="*/ 8711 w 6186388"/>
              <a:gd name="connsiteY8" fmla="*/ 3798578 h 8229599"/>
              <a:gd name="connsiteX9" fmla="*/ 1926963 w 6186388"/>
              <a:gd name="connsiteY9" fmla="*/ 10370 h 8229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6388" h="8229599">
                <a:moveTo>
                  <a:pt x="1940129" y="0"/>
                </a:moveTo>
                <a:lnTo>
                  <a:pt x="6186388" y="0"/>
                </a:lnTo>
                <a:lnTo>
                  <a:pt x="6186388" y="8229599"/>
                </a:lnTo>
                <a:lnTo>
                  <a:pt x="1963562" y="8229599"/>
                </a:lnTo>
                <a:lnTo>
                  <a:pt x="1926963" y="8200774"/>
                </a:lnTo>
                <a:cubicBezTo>
                  <a:pt x="823671" y="7288215"/>
                  <a:pt x="95431" y="5936458"/>
                  <a:pt x="8711" y="4412567"/>
                </a:cubicBezTo>
                <a:lnTo>
                  <a:pt x="0" y="4105608"/>
                </a:lnTo>
                <a:lnTo>
                  <a:pt x="0" y="4105536"/>
                </a:lnTo>
                <a:lnTo>
                  <a:pt x="8711" y="3798578"/>
                </a:lnTo>
                <a:cubicBezTo>
                  <a:pt x="95431" y="2274687"/>
                  <a:pt x="823671" y="922930"/>
                  <a:pt x="1926963" y="10370"/>
                </a:cubicBezTo>
                <a:close/>
              </a:path>
            </a:pathLst>
          </a:custGeom>
          <a:solidFill>
            <a:srgbClr val="C0C0C0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69BCDAB-D595-4018-A663-405DCE8AA0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408" y="2353712"/>
            <a:ext cx="7153180" cy="596382"/>
          </a:xfrm>
          <a:prstGeom prst="rect">
            <a:avLst/>
          </a:prstGeom>
        </p:spPr>
        <p:txBody>
          <a:bodyPr wrap="square" lIns="0" tIns="0" rIns="0" bIns="237744" anchor="b">
            <a:noAutofit/>
          </a:bodyPr>
          <a:lstStyle>
            <a:lvl1pPr>
              <a:defRPr kumimoji="0" lang="en-US" sz="20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F71FDF-98AE-435C-A23A-50D5ADA2E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311" y="3007968"/>
            <a:ext cx="7153180" cy="1964218"/>
          </a:xfrm>
        </p:spPr>
        <p:txBody>
          <a:bodyPr wrap="square" anchor="t">
            <a:noAutofit/>
          </a:bodyPr>
          <a:lstStyle>
            <a:lvl1pPr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109723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 goes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71C3B-46CB-7818-0D3D-607C276B93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310" y="4972186"/>
            <a:ext cx="7154950" cy="424732"/>
          </a:xfrm>
        </p:spPr>
        <p:txBody>
          <a:bodyPr tIns="54864">
            <a:noAutofit/>
          </a:bodyPr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EF6CBD-2492-460C-A159-130D0060A6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8" y="7116605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D32CC87-DEC8-4E1B-95F5-37D3A0B0F8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7411430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292675-50C4-F51E-77CC-358C84E7E7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2750" y="311623"/>
            <a:ext cx="3790950" cy="115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25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C7975-1D30-442F-8793-CD1DEC19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4EF8EC2-F0CF-4406-A4C8-E6C6A9990B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410" y="2353712"/>
            <a:ext cx="8714615" cy="596382"/>
          </a:xfrm>
          <a:prstGeom prst="rect">
            <a:avLst/>
          </a:prstGeom>
        </p:spPr>
        <p:txBody>
          <a:bodyPr wrap="square" lIns="0" tIns="0" rIns="0" bIns="237744" anchor="b">
            <a:noAutofit/>
          </a:bodyPr>
          <a:lstStyle>
            <a:lvl1pPr>
              <a:defRPr kumimoji="0" lang="en-US" sz="20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3715E20-7A8E-4FC9-B74A-C40D5F5E4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311" y="3007968"/>
            <a:ext cx="8714615" cy="1964218"/>
          </a:xfrm>
        </p:spPr>
        <p:txBody>
          <a:bodyPr wrap="square" anchor="t">
            <a:noAutofit/>
          </a:bodyPr>
          <a:lstStyle>
            <a:lvl1pPr>
              <a:defRPr sz="72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0D5F29F-CDAA-D4B1-4512-FA9074A46A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8310" y="4972186"/>
            <a:ext cx="8714614" cy="461665"/>
          </a:xfrm>
        </p:spPr>
        <p:txBody>
          <a:bodyPr wrap="square" tIns="54864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3945D91-FC60-4ADD-9002-247D1FDA40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311" y="7110524"/>
            <a:ext cx="6466715" cy="24622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93DB706-A159-4E86-8B61-5DE3548DEA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8311" y="7411879"/>
            <a:ext cx="6466715" cy="24622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 Last Name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B0F0A65-C093-49B6-9941-B1CC52063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408" y="569120"/>
            <a:ext cx="2581274" cy="68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62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: Electric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A908702-7E3C-4020-BBFF-B6F1E20AA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8" y="2796771"/>
            <a:ext cx="13203238" cy="2696123"/>
          </a:xfrm>
        </p:spPr>
        <p:txBody>
          <a:bodyPr wrap="square" anchor="b">
            <a:noAutofit/>
          </a:bodyPr>
          <a:lstStyle>
            <a:lvl1pPr>
              <a:defRPr sz="9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Divider slide title goes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CEAB419-32B8-41C7-A1B7-296CF5F57E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789" y="5492894"/>
            <a:ext cx="10968037" cy="507832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>
            <a:lvl1pPr>
              <a:defRPr kumimoji="0" lang="en-US" sz="3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5C645B3-D022-4BD7-A054-1FF2781B3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4203" y="7595561"/>
            <a:ext cx="1401823" cy="23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253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hite text">
    <p:bg>
      <p:bgPr>
        <a:gradFill>
          <a:gsLst>
            <a:gs pos="0">
              <a:srgbClr val="1C1CD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EBEBD71-B5E4-A88E-6724-33D7783C0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8" y="2615046"/>
            <a:ext cx="13203238" cy="2696123"/>
          </a:xfrm>
        </p:spPr>
        <p:txBody>
          <a:bodyPr wrap="square" anchor="b">
            <a:noAutofit/>
          </a:bodyPr>
          <a:lstStyle>
            <a:lvl1pPr>
              <a:defRPr sz="8800">
                <a:solidFill>
                  <a:srgbClr val="FFFFFF"/>
                </a:solidFill>
                <a:latin typeface="Avenir Next World Thin" panose="020B0303020202020204" pitchFamily="34" charset="0"/>
                <a:cs typeface="Avenir Next World Thin" panose="020B0303020202020204" pitchFamily="34" charset="0"/>
              </a:defRPr>
            </a:lvl1pPr>
          </a:lstStyle>
          <a:p>
            <a:pPr lvl="0"/>
            <a:r>
              <a:rPr lang="en-US"/>
              <a:t>White text electric blue divider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A7CCFD3-057C-7F0B-C61A-8CE700A4E1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789" y="5311169"/>
            <a:ext cx="10968037" cy="507832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>
            <a:lvl1pPr>
              <a:defRPr kumimoji="0" lang="en-US" sz="2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970617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00A4319-66F3-4E8E-87E3-8B0650E0CD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8" y="2796771"/>
            <a:ext cx="13203238" cy="2696123"/>
          </a:xfrm>
        </p:spPr>
        <p:txBody>
          <a:bodyPr wrap="square" anchor="b">
            <a:noAutofit/>
          </a:bodyPr>
          <a:lstStyle>
            <a:lvl1pPr>
              <a:defRPr sz="9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Divider slide 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20CCCE-CBB9-47BE-BBA6-82A5FD35B0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789" y="5492894"/>
            <a:ext cx="10968037" cy="507832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>
            <a:lvl1pPr>
              <a:defRPr kumimoji="0" lang="en-US" sz="30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452362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ith Backgrou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D00C06B-FE7D-4CCB-A96D-F8B528135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E2A480-9FD0-4559-AE2D-7E33F938A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8" y="2796771"/>
            <a:ext cx="13203238" cy="2696123"/>
          </a:xfrm>
        </p:spPr>
        <p:txBody>
          <a:bodyPr wrap="square" anchor="b">
            <a:noAutofit/>
          </a:bodyPr>
          <a:lstStyle>
            <a:lvl1pPr>
              <a:defRPr sz="9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Divider slide title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A7B87F2-5331-4080-9EDB-FD517120EA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789" y="5492894"/>
            <a:ext cx="10968037" cy="507832"/>
          </a:xfrm>
          <a:prstGeom prst="rect">
            <a:avLst/>
          </a:prstGeom>
        </p:spPr>
        <p:txBody>
          <a:bodyPr wrap="square" lIns="0" tIns="45720" rIns="0" bIns="0">
            <a:noAutofit/>
          </a:bodyPr>
          <a:lstStyle>
            <a:lvl1pPr>
              <a:defRPr kumimoji="0" lang="en-US" sz="3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C23637C-7C7B-4BD1-9C8C-810263FB8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4203" y="7595561"/>
            <a:ext cx="1401823" cy="23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62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Symbo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00A4319-66F3-4E8E-87E3-8B0650E0CD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0" y="2787652"/>
            <a:ext cx="7058026" cy="2022092"/>
          </a:xfrm>
        </p:spPr>
        <p:txBody>
          <a:bodyPr wrap="square" anchor="b">
            <a:noAutofit/>
          </a:bodyPr>
          <a:lstStyle>
            <a:lvl1pPr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Divider slide 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20CCCE-CBB9-47BE-BBA6-82A5FD35B0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58000" y="4809743"/>
            <a:ext cx="7058026" cy="449354"/>
          </a:xfrm>
          <a:prstGeom prst="rect">
            <a:avLst/>
          </a:prstGeom>
        </p:spPr>
        <p:txBody>
          <a:bodyPr wrap="square" lIns="0" tIns="109728" rIns="0" bIns="0">
            <a:noAutofit/>
          </a:bodyPr>
          <a:lstStyle>
            <a:lvl1pPr>
              <a:defRPr kumimoji="0" lang="en-US" sz="22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C066DD-F320-47AF-B7A3-19331C62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53" t="159" r="-1" b="-93"/>
          <a:stretch/>
        </p:blipFill>
        <p:spPr>
          <a:xfrm>
            <a:off x="798599" y="1439843"/>
            <a:ext cx="4693608" cy="534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063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8EBD596-E941-567A-A4AD-128379A6A7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3755" y="1524000"/>
            <a:ext cx="7922269" cy="56720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A picture containing art, graphics, colorfulness&#10;&#10;Description automatically generated">
            <a:extLst>
              <a:ext uri="{FF2B5EF4-FFF2-40B4-BE49-F238E27FC236}">
                <a16:creationId xmlns:a16="http://schemas.microsoft.com/office/drawing/2014/main" id="{47C3DF8D-F6F1-D1C5-4D9B-6FF6BB2AE9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140972"/>
            <a:ext cx="5257526" cy="608862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29FD2CC-B65C-1AD1-AB53-3C92294CA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393" y="437624"/>
            <a:ext cx="13202835" cy="398571"/>
          </a:xfrm>
        </p:spPr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89EFFE-3A18-76C5-AD6C-DB8AC9A0852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3" y="868680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5384651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3D455FD-A842-4F0A-B110-15F878D21A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lang="en-US" sz="900">
                <a:solidFill>
                  <a:srgbClr val="555555"/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7A68E-66D8-41DA-8586-9A8F841AF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2E5770-D6A8-A229-1912-4B086B381E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52451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BA0DE0-4B25-43B8-8E6F-74C340580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C66FB32-FD41-4B94-94D3-5FFF730D98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lang="en-US" sz="900">
                <a:solidFill>
                  <a:srgbClr val="555555"/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11BC-CF5F-2A74-EC01-887245E4253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6689726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45F5D4A-81FC-4B5C-A812-BC5A9003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060F6B-F49E-483C-9EDB-15F56DC97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5288D-C6DF-6B33-A4C4-1D5E4F3B1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9675282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A7E73C6-7BDC-4FF8-8260-60A5A06A97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B9248-9E03-4DB4-9487-2EF5EDB2444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2789" y="1524000"/>
            <a:ext cx="13201650" cy="56720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E24ACBF-A882-423B-9E39-69BB908A20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79820-AB4D-34D7-4494-9BEDFB66DB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903307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2B251F1-F4E9-49A1-9EE2-347BF4FB0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C9A53-68FD-4349-9D24-5D90DD2075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2788" y="1524000"/>
            <a:ext cx="6364224" cy="56720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6699927-DD70-4280-95DF-BBCE937CF25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546694" y="1524000"/>
            <a:ext cx="6368536" cy="56720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99D7625-1E43-489A-B784-CA53391B4B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75214-D504-8D27-01AA-8A19205B92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57443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D8D5D26-AE04-4CFB-B6D8-963F84EF16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9504B-86F3-42DF-8BC7-C509620292D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2393" y="1524000"/>
            <a:ext cx="4076674" cy="567204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850B7DD3-3932-4C6C-8E75-2FE25CB1EEF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273456" y="1524000"/>
            <a:ext cx="4078224" cy="567204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9560ED45-5E5D-4885-ADF5-5F669AD6649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836070" y="1524000"/>
            <a:ext cx="4079158" cy="567204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3A936A7-D74D-4854-9AC1-14E85A55F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7BBC7-D264-7B76-2128-D5D3149A2A6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34827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D2994C3-A9C6-4A4E-8646-CFF3867EB1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3" y="868681"/>
            <a:ext cx="13202818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473A0-9F20-4315-B72A-F180085EE6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7157" y="1524000"/>
            <a:ext cx="2936992" cy="567204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9C0DE62-8BD8-458B-9C21-881D155577C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131761" y="1524000"/>
            <a:ext cx="2936992" cy="567204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FBFD5CDD-9F29-4F19-8191-612B6FFE740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556367" y="1524000"/>
            <a:ext cx="2936992" cy="567204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FFB632D-C69A-4E39-B5D5-BC4D8091DF0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980971" y="1524000"/>
            <a:ext cx="2934240" cy="567204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625EACB-B378-456D-9903-869517A48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DD23F-72A3-4E42-39E0-E5ADAA069B3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6050111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Intr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11D169-AB00-49FF-8B6F-87C2B0E152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65FF94-E781-48C0-B148-F427E4E193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1475" y="1540497"/>
            <a:ext cx="13185864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24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This introductory text can be two lines; they should not be separate paragraphs. </a:t>
            </a:r>
            <a:br>
              <a:rPr lang="en-US"/>
            </a:br>
            <a:r>
              <a:rPr lang="en-US"/>
              <a:t>Avoid the space between by using a soft return (shift + enter) to force the next line.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26AB7FE1-6C7A-4C21-9B51-6E7245BA6A0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2788" y="2443974"/>
            <a:ext cx="6364224" cy="475206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3A8BDD4B-851B-4205-A741-6DC9A1A707B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551004" y="2443974"/>
            <a:ext cx="6364224" cy="475206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2F3929-56F5-4811-A752-3F16A1AC72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737F8D-E142-B46D-3C35-D0BEB2F3DF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95738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Intro Content 1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11D169-AB00-49FF-8B6F-87C2B0E152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65FF94-E781-48C0-B148-F427E4E193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1475" y="1540497"/>
            <a:ext cx="13185864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24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This introductory text can be two lines; they should not be separate paragraphs. </a:t>
            </a:r>
            <a:br>
              <a:rPr lang="en-US"/>
            </a:br>
            <a:r>
              <a:rPr lang="en-US"/>
              <a:t>Avoid the space between by using a soft return (shift + enter) to force the next line.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26AB7FE1-6C7A-4C21-9B51-6E7245BA6A0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2788" y="2443974"/>
            <a:ext cx="13202440" cy="4752065"/>
          </a:xfrm>
        </p:spPr>
        <p:txBody>
          <a:bodyPr numCol="2" spcCol="45720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2F3929-56F5-4811-A752-3F16A1AC72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737F8D-E142-B46D-3C35-D0BEB2F3DF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292354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7BE20E7-9375-4D7A-8D4F-0DD771956F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1540497"/>
            <a:ext cx="63642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C62DCBC9-EEBB-4199-B0ED-EBC52C39BB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2788" y="2259308"/>
            <a:ext cx="6364224" cy="4936732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7491" y="1540497"/>
            <a:ext cx="63642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2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0D1E525E-DDE1-4359-B3A8-D5C7C25AA3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546693" y="2259308"/>
            <a:ext cx="6364224" cy="4936732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D9E9D70-AD2E-4ADC-BE5E-A4A35D514D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E70C9-2ECE-7EA0-0DEB-06B1D80F2F2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776522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D8D5D26-AE04-4CFB-B6D8-963F84EF16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1540497"/>
            <a:ext cx="40782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9504B-86F3-42DF-8BC7-C509620292D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2788" y="2259307"/>
            <a:ext cx="4078224" cy="508504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2913" y="1540497"/>
            <a:ext cx="40782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2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850B7DD3-3932-4C6C-8E75-2FE25CB1EEF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272912" y="2259307"/>
            <a:ext cx="4078224" cy="508504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9C1C6D2-B908-4D86-B250-B4B5BC34D0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33038" y="1540497"/>
            <a:ext cx="40782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3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9560ED45-5E5D-4885-ADF5-5F669AD6649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833036" y="2259307"/>
            <a:ext cx="4078224" cy="508504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3A936A7-D74D-4854-9AC1-14E85A55F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C156-86C8-FEFE-D7F4-DEAA5357952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68004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D2994C3-A9C6-4A4E-8646-CFF3867EB1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3" y="868681"/>
            <a:ext cx="13202818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1540497"/>
            <a:ext cx="29352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473A0-9F20-4315-B72A-F180085EE6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12788" y="2259307"/>
            <a:ext cx="2935224" cy="508504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35187" y="1540497"/>
            <a:ext cx="29352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2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9C0DE62-8BD8-458B-9C21-881D155577C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132510" y="2259307"/>
            <a:ext cx="2935224" cy="508504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9C1C6D2-B908-4D86-B250-B4B5BC34D0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57586" y="1540497"/>
            <a:ext cx="29352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3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FBFD5CDD-9F29-4F19-8191-612B6FFE740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552230" y="2259307"/>
            <a:ext cx="2935224" cy="508504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EAD4356-5C7A-4DED-9C22-4445F77CF0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79987" y="1540497"/>
            <a:ext cx="2935224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4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FFB632D-C69A-4E39-B5D5-BC4D8091DF0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0971952" y="2259307"/>
            <a:ext cx="2935224" cy="5085046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625EACB-B378-456D-9903-869517A48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52AE-BAE4-7A87-EB4A-E23CA6DE389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82302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6F2DA43-D372-40E8-A987-A415368D3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9" y="1540497"/>
            <a:ext cx="2240280" cy="5520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2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31AA7-6E87-4585-B9D9-3467AF895F4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12788" y="2259307"/>
            <a:ext cx="2240280" cy="508504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52996" y="1540497"/>
            <a:ext cx="2240280" cy="5520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2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2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AA4CEC55-5292-4DD7-AAD1-1DB16A7F18F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453329" y="2259307"/>
            <a:ext cx="2240280" cy="508504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9C1C6D2-B908-4D86-B250-B4B5BC34D0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3204" y="1540497"/>
            <a:ext cx="2240280" cy="5520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2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3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62A79AC4-E55B-4918-838B-4C12DCD85C0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93870" y="2259307"/>
            <a:ext cx="2240280" cy="508504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EAD4356-5C7A-4DED-9C22-4445F77CF0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33410" y="1540497"/>
            <a:ext cx="2240280" cy="5520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2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4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383DC99B-BED4-48DA-974D-5F649A3BA760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934412" y="2259307"/>
            <a:ext cx="2240280" cy="508504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2E15390-C11C-428F-AD2A-A6D9CDF3DD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673617" y="1540497"/>
            <a:ext cx="2240280" cy="5520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2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5</a:t>
            </a:r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9AE92587-CB57-4F6E-8EA2-83E3A87E9706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1674948" y="2259307"/>
            <a:ext cx="2240280" cy="508504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A20A63E-F6ED-4441-9562-588AC72CAE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69845-B0E5-DEDC-6741-0185B94A2FB5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93491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 with Feature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A552AA7-5EEF-44FE-BC86-324CE6243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1841287"/>
            <a:ext cx="6364224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 Lorem ipsum </a:t>
            </a:r>
            <a:br>
              <a:rPr lang="en-US"/>
            </a:br>
            <a:r>
              <a:rPr lang="en-US"/>
              <a:t>dolor sit amet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210BC1-0EF7-4E0D-B180-D97A6B3A3E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788" y="3098752"/>
            <a:ext cx="6364224" cy="77966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5F3A83D-93CE-4976-8A1E-1FD341BFB9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2788" y="4712503"/>
            <a:ext cx="6364224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2 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294A288-1C96-4F4A-857E-7950F44415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2788" y="5979886"/>
            <a:ext cx="6364224" cy="77966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6693" y="1841287"/>
            <a:ext cx="6364224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3 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25D1C507-ACA1-48D9-9CA9-C01A74444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48277" y="3098752"/>
            <a:ext cx="6364224" cy="77966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0F78D82-049B-4225-B6B2-3C963C967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6693" y="4712503"/>
            <a:ext cx="6364224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4 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2BD8E753-9439-484D-A881-CA6DF8EC29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48277" y="5979886"/>
            <a:ext cx="6364224" cy="779664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943AD6C-88A1-4D6C-B6AD-35A3DF3F76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14700-982F-1D75-858E-BF5314DE329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358645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42DD897-A227-4EE6-B0BE-ABBA9BFD5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1533621"/>
            <a:ext cx="6364224" cy="5563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E374B-D885-4C34-BB8B-7886C7C0AAB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12788" y="2259265"/>
            <a:ext cx="6364224" cy="19510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5F3A83D-93CE-4976-8A1E-1FD341BFB9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2788" y="4479221"/>
            <a:ext cx="6364224" cy="5563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2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00ADD461-7177-47D6-BB90-DD0982C41E6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12788" y="5204864"/>
            <a:ext cx="6364224" cy="19510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6694" y="1533621"/>
            <a:ext cx="6364224" cy="5563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3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F4736F1-5251-4DEB-B321-274285E1D2B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546693" y="2259265"/>
            <a:ext cx="6364224" cy="19510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0F78D82-049B-4225-B6B2-3C963C967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6694" y="4479221"/>
            <a:ext cx="6364224" cy="5563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4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283462C5-37B9-4807-9A98-C046BF42845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546693" y="5204864"/>
            <a:ext cx="6364224" cy="19510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18ACE11-13AA-43E4-B0E2-3369156338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6A9C9-F24F-69D4-CA1F-053205B97E0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51646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44BFC4-FBC2-42E2-8D7A-A09C397FC6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1540496"/>
            <a:ext cx="4078224" cy="54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C099C6-940D-49FB-BD68-E7B3F9EB75B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712788" y="2259308"/>
            <a:ext cx="4078224" cy="195099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8943" y="1540496"/>
            <a:ext cx="4078224" cy="54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2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8F7D259D-C489-4C8B-952D-658D9F68F90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268943" y="2259308"/>
            <a:ext cx="4078224" cy="195099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B2EAF52-FAB7-4467-A133-97EC1BE850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25097" y="1540496"/>
            <a:ext cx="4078224" cy="54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3</a:t>
            </a:r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E5DF430A-D376-42C7-B715-364A3D13084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825097" y="2259308"/>
            <a:ext cx="4078224" cy="195099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B0BB9CE8-314F-4B47-864B-E57BC54DE7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5F8C3-779A-20FA-1AE1-2C79B1EB1825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9050971-C61B-74D3-8F29-D0BF338084E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2788" y="4486095"/>
            <a:ext cx="4078224" cy="54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A788FAAF-7C84-2540-00C9-2CF972BE76C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12788" y="5204907"/>
            <a:ext cx="4078224" cy="195099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9A29548-EF45-F13A-1448-BBDE6022D68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68943" y="4486095"/>
            <a:ext cx="4078224" cy="54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2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B4CE180-30C4-5F0A-C3A5-DA7B40944762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5268943" y="5204907"/>
            <a:ext cx="4078224" cy="195099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D34429B-42EA-1D96-C904-43D37B60B8F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825097" y="4486095"/>
            <a:ext cx="4078224" cy="54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3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44FB2C50-04AA-F779-D292-2324D2F51F7D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825097" y="5204907"/>
            <a:ext cx="4078224" cy="195099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31928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45F5D4A-81FC-4B5C-A812-BC5A9003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060F6B-F49E-483C-9EDB-15F56DC97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5288D-C6DF-6B33-A4C4-1D5E4F3B1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(edit on slide master)   |   Month ##, 20##   |   Internal use only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9488A37-67DE-318E-30ED-C1F445F4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4203" y="7595561"/>
            <a:ext cx="1401823" cy="230088"/>
          </a:xfrm>
          <a:prstGeom prst="rect">
            <a:avLst/>
          </a:prstGeom>
        </p:spPr>
      </p:pic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0D7630AF-6FF4-9AEA-B6BE-F6824A1E4812}"/>
              </a:ext>
            </a:extLst>
          </p:cNvPr>
          <p:cNvSpPr txBox="1">
            <a:spLocks/>
          </p:cNvSpPr>
          <p:nvPr userDrawn="1"/>
        </p:nvSpPr>
        <p:spPr>
          <a:xfrm>
            <a:off x="726251" y="296353"/>
            <a:ext cx="1788350" cy="20102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0" indent="0" algn="l" defTabSz="1097280" rtl="0" eaLnBrk="1" latinLnBrk="0" hangingPunct="1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109728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109728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109728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109728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699">
                <a:solidFill>
                  <a:schemeClr val="bg1"/>
                </a:solidFill>
                <a:latin typeface="Avenir Next World"/>
                <a:cs typeface="Avenir Next World" panose="020B0503020202020204" pitchFamily="34" charset="0"/>
              </a:rPr>
              <a:t>“</a:t>
            </a:r>
            <a:endParaRPr lang="en-US" sz="11500">
              <a:solidFill>
                <a:schemeClr val="accent1"/>
              </a:solidFill>
              <a:latin typeface="Avenir Next World" panose="020B0503020202020204" pitchFamily="34" charset="0"/>
              <a:cs typeface="Avenir Next World" panose="020B0503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E1B443-BD12-1547-8FB6-ED671826DD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6250" y="2471739"/>
            <a:ext cx="12495212" cy="3609976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  <a:lvl2pPr marL="0" indent="0">
              <a:buNone/>
              <a:defRPr sz="2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337162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20A47-3BC9-4F59-A585-3553FF87E67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0C0C0"/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C04704A-B770-4324-A065-D1CEA87457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 lang="en-US" sz="90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F370F-4517-4A23-8C61-7CE12876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C46D9E4-F787-4704-91C2-37610DA6E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4203" y="7595561"/>
            <a:ext cx="1401823" cy="23008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FC7DB-5228-9EAB-FF88-C5B004E8F4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1517400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BA0DE0-4B25-43B8-8E6F-74C340580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C66FB32-FD41-4B94-94D3-5FFF730D9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1CBB990-BDF1-48A7-8AFA-F45FFB2834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524000"/>
            <a:ext cx="14630400" cy="5674012"/>
          </a:xfr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9AB2-15D6-4926-37FA-41F0972536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6302967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eader and Circul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470778" y="785571"/>
            <a:ext cx="6596632" cy="6484795"/>
          </a:xfrm>
          <a:prstGeom prst="ellipse">
            <a:avLst/>
          </a:prstGeom>
          <a:solidFill>
            <a:srgbClr val="C0C0C0"/>
          </a:solidFill>
        </p:spPr>
        <p:txBody>
          <a:bodyPr vert="horz" lIns="0" tIns="0" rIns="0" bIns="0" rtlCol="0" anchor="ctr">
            <a:normAutofit/>
          </a:bodyPr>
          <a:lstStyle>
            <a:lvl1pPr>
              <a:defRPr lang="en-US" dirty="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4ED90FA-9059-4A06-9E7A-4B1A16277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394" y="437625"/>
            <a:ext cx="13202836" cy="398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4087C4-FD94-4115-BEE2-5A92A13467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5093" y="1524001"/>
            <a:ext cx="6447232" cy="60478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DC5BB8FC-5DD8-4825-A2EB-1344AF5B156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2789" y="2282952"/>
            <a:ext cx="6446837" cy="49150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AC3E647-3758-4D64-9F7D-E97097388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9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9FB9-F826-4F73-A8F7-4A5503B6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/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D905007-8BA4-53F3-C0AA-15505A7AF2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6374206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02244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ircul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4ED90FA-9059-4A06-9E7A-4B1A16277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395" y="437625"/>
            <a:ext cx="6927554" cy="398572"/>
          </a:xfrm>
        </p:spPr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D160304-570D-4E4C-B151-EEF8C1FC33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5" y="868681"/>
            <a:ext cx="6927554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A83FC6B-58C9-3917-6115-346548A42A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1475" y="1540496"/>
            <a:ext cx="6927554" cy="3985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2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Header text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9BD15867-804F-D1C7-408A-03A6666432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1475" y="2074568"/>
            <a:ext cx="6927554" cy="12914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10000"/>
              </a:lnSpc>
              <a:defRPr lang="en-US" sz="2000" b="0" dirty="0">
                <a:solidFill>
                  <a:schemeClr val="tx1"/>
                </a:solidFill>
              </a:defRPr>
            </a:lvl1pPr>
          </a:lstStyle>
          <a:p>
            <a:pPr lvl="0" defTabSz="457182"/>
            <a:r>
              <a:rPr lang="en-US"/>
              <a:t>Lorem ipsum dolor sit amet, consectetur adipiscing elit, sed do eiusmod tempor incididunt ut labore et dolore magna aliqua. Ut enim ad minim veniam, quis nostrud exercitation ullamco </a:t>
            </a:r>
            <a:r>
              <a:rPr lang="pt-BR" err="1"/>
              <a:t>laboris</a:t>
            </a:r>
            <a:r>
              <a:rPr lang="pt-BR"/>
              <a:t> </a:t>
            </a:r>
            <a:r>
              <a:rPr lang="pt-BR" err="1"/>
              <a:t>nisi</a:t>
            </a:r>
            <a:r>
              <a:rPr lang="pt-BR"/>
              <a:t> ut </a:t>
            </a:r>
            <a:r>
              <a:rPr lang="pt-BR" err="1"/>
              <a:t>aliquip</a:t>
            </a:r>
            <a:r>
              <a:rPr lang="pt-BR"/>
              <a:t> </a:t>
            </a:r>
            <a:r>
              <a:rPr lang="pt-BR" err="1"/>
              <a:t>ex</a:t>
            </a:r>
            <a:r>
              <a:rPr lang="pt-BR"/>
              <a:t> </a:t>
            </a:r>
            <a:r>
              <a:rPr lang="pt-BR" err="1"/>
              <a:t>ea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</a:t>
            </a:r>
            <a:r>
              <a:rPr lang="pt-BR" err="1"/>
              <a:t>consequat</a:t>
            </a:r>
            <a:r>
              <a:rPr lang="pt-BR"/>
              <a:t>. </a:t>
            </a:r>
            <a:endParaRPr lang="en-US"/>
          </a:p>
        </p:txBody>
      </p:sp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B162CD7B-F9D7-A827-20DF-E266A2720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21475" y="3683323"/>
            <a:ext cx="914400" cy="914400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PH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6FCA6003-0FF5-93CD-EACD-C8EF07154F1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008406" y="3737331"/>
            <a:ext cx="5631544" cy="404131"/>
          </a:xfrm>
        </p:spPr>
        <p:txBody>
          <a:bodyPr anchor="ctr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</a:defRPr>
            </a:lvl1pPr>
            <a:lvl2pPr marL="182873" indent="-182873">
              <a:defRPr/>
            </a:lvl2pPr>
            <a:lvl3pPr marL="182873" indent="-182873">
              <a:defRPr/>
            </a:lvl3pPr>
            <a:lvl4pPr marL="182873" indent="-182873">
              <a:defRPr/>
            </a:lvl4pPr>
            <a:lvl5pPr marL="182873" indent="-18287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51F3ED6-B795-12ED-C102-712B5F844F7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08406" y="4159579"/>
            <a:ext cx="5631544" cy="404132"/>
          </a:xfrm>
        </p:spPr>
        <p:txBody>
          <a:bodyPr anchor="t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182873" indent="-182873">
              <a:defRPr/>
            </a:lvl2pPr>
            <a:lvl3pPr marL="182873" indent="-182873">
              <a:defRPr/>
            </a:lvl3pPr>
            <a:lvl4pPr marL="182873" indent="-182873">
              <a:defRPr/>
            </a:lvl4pPr>
            <a:lvl5pPr marL="182873" indent="-18287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0C167E4E-E7C8-AC9C-6290-E6963DE8E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475" y="4950916"/>
            <a:ext cx="914400" cy="914400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PH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F915658-BF0C-BBA4-DCDC-8A919183A0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26570" y="5005866"/>
            <a:ext cx="5631544" cy="404131"/>
          </a:xfrm>
        </p:spPr>
        <p:txBody>
          <a:bodyPr anchor="ctr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</a:defRPr>
            </a:lvl1pPr>
            <a:lvl2pPr marL="182873" indent="-182873">
              <a:defRPr/>
            </a:lvl2pPr>
            <a:lvl3pPr marL="182873" indent="-182873">
              <a:defRPr/>
            </a:lvl3pPr>
            <a:lvl4pPr marL="182873" indent="-182873">
              <a:defRPr/>
            </a:lvl4pPr>
            <a:lvl5pPr marL="182873" indent="-18287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3ACB52-1AF7-5996-7C11-2897CBFBCA5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26570" y="5428114"/>
            <a:ext cx="5631544" cy="404132"/>
          </a:xfrm>
        </p:spPr>
        <p:txBody>
          <a:bodyPr anchor="t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182873" indent="-182873">
              <a:defRPr/>
            </a:lvl2pPr>
            <a:lvl3pPr marL="182873" indent="-182873">
              <a:defRPr/>
            </a:lvl3pPr>
            <a:lvl4pPr marL="182873" indent="-182873">
              <a:defRPr/>
            </a:lvl4pPr>
            <a:lvl5pPr marL="182873" indent="-18287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FEF766E8-6A91-6978-142C-6859050AB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21475" y="6218507"/>
            <a:ext cx="914400" cy="914400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PH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EB17086-23F6-DE1F-7178-A24A0539273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026570" y="6274403"/>
            <a:ext cx="5631544" cy="404131"/>
          </a:xfrm>
        </p:spPr>
        <p:txBody>
          <a:bodyPr anchor="ctr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</a:defRPr>
            </a:lvl1pPr>
            <a:lvl2pPr marL="182873" indent="-182873">
              <a:defRPr/>
            </a:lvl2pPr>
            <a:lvl3pPr marL="182873" indent="-182873">
              <a:defRPr/>
            </a:lvl3pPr>
            <a:lvl4pPr marL="182873" indent="-182873">
              <a:defRPr/>
            </a:lvl4pPr>
            <a:lvl5pPr marL="182873" indent="-18287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67734C7-D617-4AE7-67E2-3780BA2F62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26570" y="6695199"/>
            <a:ext cx="5631544" cy="404132"/>
          </a:xfrm>
        </p:spPr>
        <p:txBody>
          <a:bodyPr anchor="t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182873" indent="-182873">
              <a:defRPr/>
            </a:lvl2pPr>
            <a:lvl3pPr marL="182873" indent="-182873">
              <a:defRPr/>
            </a:lvl3pPr>
            <a:lvl4pPr marL="182873" indent="-182873">
              <a:defRPr/>
            </a:lvl4pPr>
            <a:lvl5pPr marL="182873" indent="-18287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AC3E647-3758-4D64-9F7D-E97097388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BAD848-0F36-3DE7-E86D-64984CDCBF4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4719816-611D-33EA-9EFB-5B317813D1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70151" y="-4532"/>
            <a:ext cx="6560250" cy="8234132"/>
          </a:xfrm>
          <a:custGeom>
            <a:avLst/>
            <a:gdLst>
              <a:gd name="connsiteX0" fmla="*/ 2803683 w 6560250"/>
              <a:gd name="connsiteY0" fmla="*/ 0 h 8234132"/>
              <a:gd name="connsiteX1" fmla="*/ 6560250 w 6560250"/>
              <a:gd name="connsiteY1" fmla="*/ 0 h 8234132"/>
              <a:gd name="connsiteX2" fmla="*/ 6560250 w 6560250"/>
              <a:gd name="connsiteY2" fmla="*/ 8234132 h 8234132"/>
              <a:gd name="connsiteX3" fmla="*/ 2355160 w 6560250"/>
              <a:gd name="connsiteY3" fmla="*/ 8234132 h 8234132"/>
              <a:gd name="connsiteX4" fmla="*/ 2264094 w 6560250"/>
              <a:gd name="connsiteY4" fmla="*/ 8182658 h 8234132"/>
              <a:gd name="connsiteX5" fmla="*/ 0 w 6560250"/>
              <a:gd name="connsiteY5" fmla="*/ 4229117 h 8234132"/>
              <a:gd name="connsiteX6" fmla="*/ 2663785 w 6560250"/>
              <a:gd name="connsiteY6" fmla="*/ 62174 h 823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60250" h="8234132">
                <a:moveTo>
                  <a:pt x="2803683" y="0"/>
                </a:moveTo>
                <a:lnTo>
                  <a:pt x="6560250" y="0"/>
                </a:lnTo>
                <a:lnTo>
                  <a:pt x="6560250" y="8234132"/>
                </a:lnTo>
                <a:lnTo>
                  <a:pt x="2355160" y="8234132"/>
                </a:lnTo>
                <a:lnTo>
                  <a:pt x="2264094" y="8182658"/>
                </a:lnTo>
                <a:cubicBezTo>
                  <a:pt x="906717" y="7371878"/>
                  <a:pt x="0" y="5904590"/>
                  <a:pt x="0" y="4229117"/>
                </a:cubicBezTo>
                <a:cubicBezTo>
                  <a:pt x="0" y="2394074"/>
                  <a:pt x="1087648" y="808759"/>
                  <a:pt x="2663785" y="62174"/>
                </a:cubicBezTo>
                <a:close/>
              </a:path>
            </a:pathLst>
          </a:custGeom>
          <a:solidFill>
            <a:srgbClr val="C0C0C0"/>
          </a:solidFill>
        </p:spPr>
        <p:txBody>
          <a:bodyPr vert="horz" wrap="square" lIns="0" tIns="45720" rIns="0" bIns="45720" rtlCol="0" anchor="ctr">
            <a:noAutofit/>
          </a:bodyPr>
          <a:lstStyle>
            <a:lvl1pPr algn="ctr">
              <a:defRPr lang="en-US" dirty="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876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ircul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4ED90FA-9059-4A06-9E7A-4B1A16277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D160304-570D-4E4C-B151-EEF8C1FC33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6374206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DC5BB8FC-5DD8-4825-A2EB-1344AF5B156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2789" y="1524001"/>
            <a:ext cx="6361285" cy="5674013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AC3E647-3758-4D64-9F7D-E97097388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BAD848-0F36-3DE7-E86D-64984CDCBF4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470778" y="785571"/>
            <a:ext cx="6596632" cy="6484795"/>
          </a:xfrm>
          <a:prstGeom prst="ellipse">
            <a:avLst/>
          </a:prstGeom>
          <a:solidFill>
            <a:srgbClr val="C0C0C0"/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lvl="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715582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Monitor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2B699F-BB9C-4A69-F34B-ECD4574052A6}"/>
              </a:ext>
            </a:extLst>
          </p:cNvPr>
          <p:cNvSpPr/>
          <p:nvPr userDrawn="1"/>
        </p:nvSpPr>
        <p:spPr>
          <a:xfrm>
            <a:off x="1" y="2514600"/>
            <a:ext cx="14630399" cy="3200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19E72BC-55C1-54BB-C0EC-E282B1CD50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2788" y="2920244"/>
            <a:ext cx="4940642" cy="665435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EF52914-1F0D-A463-E286-14460206B5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2789" y="3773920"/>
            <a:ext cx="4940641" cy="1433081"/>
          </a:xfrm>
        </p:spPr>
        <p:txBody>
          <a:bodyPr/>
          <a:lstStyle>
            <a:lvl1pPr marL="182873" indent="-18287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7A68E-66D8-41DA-8586-9A8F841AF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desktop monitor">
            <a:extLst>
              <a:ext uri="{FF2B5EF4-FFF2-40B4-BE49-F238E27FC236}">
                <a16:creationId xmlns:a16="http://schemas.microsoft.com/office/drawing/2014/main" id="{484048BA-4279-A693-5C22-8B37273C4D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9360" y="1225685"/>
            <a:ext cx="7565334" cy="5776178"/>
          </a:xfrm>
          <a:prstGeom prst="rect">
            <a:avLst/>
          </a:prstGeom>
        </p:spPr>
      </p:pic>
      <p:sp>
        <p:nvSpPr>
          <p:cNvPr id="9" name="Rectangle 8" descr="monitor screen">
            <a:extLst>
              <a:ext uri="{FF2B5EF4-FFF2-40B4-BE49-F238E27FC236}">
                <a16:creationId xmlns:a16="http://schemas.microsoft.com/office/drawing/2014/main" id="{B5E8599C-AF41-90A1-798A-28F49223B523}"/>
              </a:ext>
            </a:extLst>
          </p:cNvPr>
          <p:cNvSpPr/>
          <p:nvPr userDrawn="1"/>
        </p:nvSpPr>
        <p:spPr>
          <a:xfrm>
            <a:off x="6119471" y="1428750"/>
            <a:ext cx="7132410" cy="3790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2D39599-DE58-9C44-51EF-C5BA5777F9D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19471" y="1428750"/>
            <a:ext cx="7132410" cy="3790951"/>
          </a:xfrm>
        </p:spPr>
        <p:txBody>
          <a:bodyPr tIns="640080"/>
          <a:lstStyle>
            <a:lvl1pPr algn="ctr">
              <a:defRPr/>
            </a:lvl1pPr>
          </a:lstStyle>
          <a:p>
            <a:pPr lvl="0"/>
            <a:r>
              <a:rPr lang="en-US"/>
              <a:t>Add image or visual to screen to highlight content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3D455FD-A842-4F0A-B110-15F878D21A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lang="en-US" sz="900">
                <a:solidFill>
                  <a:srgbClr val="555555"/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2E5770-D6A8-A229-1912-4B086B381E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056280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BA0DE0-4B25-43B8-8E6F-74C340580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E67561-A8E4-D926-94CA-CE75C6AA4E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2788" y="3326732"/>
            <a:ext cx="2176462" cy="576884"/>
          </a:xfrm>
        </p:spPr>
        <p:txBody>
          <a:bodyPr anchor="b" anchorCtr="0"/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1137884-9154-5359-67E9-314843911D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2788" y="4114800"/>
            <a:ext cx="2195512" cy="3082507"/>
          </a:xfrm>
        </p:spPr>
        <p:txBody>
          <a:bodyPr/>
          <a:lstStyle>
            <a:lvl1pPr marL="182873" indent="-182873">
              <a:buFont typeface="Arial" panose="020B0604020202020204" pitchFamily="34" charset="0"/>
              <a:buChar char="•"/>
              <a:defRPr sz="1200"/>
            </a:lvl1pPr>
            <a:lvl2pPr marL="365746">
              <a:defRPr sz="1100"/>
            </a:lvl2pPr>
            <a:lvl3pPr marL="548618">
              <a:defRPr sz="1050"/>
            </a:lvl3pPr>
            <a:lvl4pPr marL="731491">
              <a:defRPr sz="1000"/>
            </a:lvl4pPr>
            <a:lvl5pPr marL="914364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6ACC9D02-D979-EA2A-62A6-182D0375DA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9283" y="3326732"/>
            <a:ext cx="2176462" cy="576884"/>
          </a:xfrm>
        </p:spPr>
        <p:txBody>
          <a:bodyPr anchor="b" anchorCtr="0"/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79E060F-ED80-921A-0E44-F5F743BB0C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83760" y="4114800"/>
            <a:ext cx="2176272" cy="3082507"/>
          </a:xfrm>
        </p:spPr>
        <p:txBody>
          <a:bodyPr/>
          <a:lstStyle>
            <a:lvl1pPr marL="182873" indent="-182873">
              <a:buFont typeface="Arial" panose="020B0604020202020204" pitchFamily="34" charset="0"/>
              <a:buChar char="•"/>
              <a:defRPr sz="1200"/>
            </a:lvl1pPr>
            <a:lvl2pPr marL="365746">
              <a:defRPr sz="1100"/>
            </a:lvl2pPr>
            <a:lvl3pPr marL="548618">
              <a:defRPr sz="1050"/>
            </a:lvl3pPr>
            <a:lvl4pPr marL="731491">
              <a:defRPr sz="1000"/>
            </a:lvl4pPr>
            <a:lvl5pPr marL="914364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6A740866-ABA6-4BD7-86A2-E3B9823C4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25777" y="3326732"/>
            <a:ext cx="2176462" cy="576884"/>
          </a:xfrm>
        </p:spPr>
        <p:txBody>
          <a:bodyPr anchor="b" anchorCtr="0"/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FCEA626-3B6E-E4A0-1826-42B3E62557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5492" y="4114800"/>
            <a:ext cx="2176272" cy="3082507"/>
          </a:xfrm>
        </p:spPr>
        <p:txBody>
          <a:bodyPr/>
          <a:lstStyle>
            <a:lvl1pPr marL="182873" indent="-182873">
              <a:buFont typeface="Arial" panose="020B0604020202020204" pitchFamily="34" charset="0"/>
              <a:buChar char="•"/>
              <a:defRPr sz="1200"/>
            </a:lvl1pPr>
            <a:lvl2pPr marL="365746">
              <a:defRPr sz="1100"/>
            </a:lvl2pPr>
            <a:lvl3pPr marL="548618">
              <a:defRPr sz="1050"/>
            </a:lvl3pPr>
            <a:lvl4pPr marL="731491">
              <a:defRPr sz="1000"/>
            </a:lvl4pPr>
            <a:lvl5pPr marL="914364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EDCB91F-DC0A-0B0B-6C22-1E8C12D7DD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82272" y="3326732"/>
            <a:ext cx="2176462" cy="576884"/>
          </a:xfrm>
        </p:spPr>
        <p:txBody>
          <a:bodyPr anchor="b" anchorCtr="0"/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E31C8154-73C4-28E0-F6E9-5BBD605896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987224" y="4114800"/>
            <a:ext cx="2176272" cy="3082507"/>
          </a:xfrm>
        </p:spPr>
        <p:txBody>
          <a:bodyPr/>
          <a:lstStyle>
            <a:lvl1pPr marL="182873" indent="-182873">
              <a:buFont typeface="Arial" panose="020B0604020202020204" pitchFamily="34" charset="0"/>
              <a:buChar char="•"/>
              <a:defRPr sz="1200"/>
            </a:lvl1pPr>
            <a:lvl2pPr marL="365746">
              <a:defRPr sz="1100"/>
            </a:lvl2pPr>
            <a:lvl3pPr marL="548618">
              <a:defRPr sz="1050"/>
            </a:lvl3pPr>
            <a:lvl4pPr marL="731491">
              <a:defRPr sz="1000"/>
            </a:lvl4pPr>
            <a:lvl5pPr marL="914364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D670A077-F232-FB6B-CCD5-80AFE3AE23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38766" y="3326732"/>
            <a:ext cx="2176462" cy="576884"/>
          </a:xfrm>
        </p:spPr>
        <p:txBody>
          <a:bodyPr anchor="b" anchorCtr="0"/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40231B7F-D3D8-048C-7D48-A6312FBDBF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738956" y="4114800"/>
            <a:ext cx="2176272" cy="3082507"/>
          </a:xfrm>
        </p:spPr>
        <p:txBody>
          <a:bodyPr/>
          <a:lstStyle>
            <a:lvl1pPr marL="182873" indent="-182873">
              <a:buFont typeface="Arial" panose="020B0604020202020204" pitchFamily="34" charset="0"/>
              <a:buChar char="•"/>
              <a:defRPr sz="1200"/>
            </a:lvl1pPr>
            <a:lvl2pPr marL="365746">
              <a:defRPr sz="1100"/>
            </a:lvl2pPr>
            <a:lvl3pPr marL="548618">
              <a:defRPr sz="1050"/>
            </a:lvl3pPr>
            <a:lvl4pPr marL="731491">
              <a:defRPr sz="1000"/>
            </a:lvl4pPr>
            <a:lvl5pPr marL="914364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17BEEF27-B287-190D-B373-DEC33065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80294" y="1850383"/>
            <a:ext cx="1441450" cy="1443037"/>
          </a:xfrm>
        </p:spPr>
        <p:txBody>
          <a:bodyPr anchor="ctr" anchorCtr="0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Picture Placeholder 34">
            <a:extLst>
              <a:ext uri="{FF2B5EF4-FFF2-40B4-BE49-F238E27FC236}">
                <a16:creationId xmlns:a16="http://schemas.microsoft.com/office/drawing/2014/main" id="{F8173E62-7B62-B673-F47F-2325FCF64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848940" y="1850383"/>
            <a:ext cx="1441450" cy="1443037"/>
          </a:xfrm>
        </p:spPr>
        <p:txBody>
          <a:bodyPr anchor="ctr" anchorCtr="0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7" name="Picture Placeholder 34">
            <a:extLst>
              <a:ext uri="{FF2B5EF4-FFF2-40B4-BE49-F238E27FC236}">
                <a16:creationId xmlns:a16="http://schemas.microsoft.com/office/drawing/2014/main" id="{E6F410E2-8900-AD37-2797-520E1FD7F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588821" y="1850383"/>
            <a:ext cx="1441450" cy="1443037"/>
          </a:xfrm>
        </p:spPr>
        <p:txBody>
          <a:bodyPr anchor="ctr" anchorCtr="0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8" name="Picture Placeholder 34">
            <a:extLst>
              <a:ext uri="{FF2B5EF4-FFF2-40B4-BE49-F238E27FC236}">
                <a16:creationId xmlns:a16="http://schemas.microsoft.com/office/drawing/2014/main" id="{804255C7-C75F-9D6C-1044-CD0AF8288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347942" y="1850383"/>
            <a:ext cx="1441450" cy="1443037"/>
          </a:xfrm>
        </p:spPr>
        <p:txBody>
          <a:bodyPr anchor="ctr" anchorCtr="0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9" name="Picture Placeholder 34">
            <a:extLst>
              <a:ext uri="{FF2B5EF4-FFF2-40B4-BE49-F238E27FC236}">
                <a16:creationId xmlns:a16="http://schemas.microsoft.com/office/drawing/2014/main" id="{B9235A30-12A2-4AB2-55CE-0EF968ED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2097346" y="1850383"/>
            <a:ext cx="1441450" cy="1443037"/>
          </a:xfrm>
        </p:spPr>
        <p:txBody>
          <a:bodyPr anchor="ctr" anchorCtr="0"/>
          <a:lstStyle>
            <a:lvl1pPr algn="ctr">
              <a:defRPr sz="11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C66FB32-FD41-4B94-94D3-5FFF730D98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lang="en-US" sz="900">
                <a:solidFill>
                  <a:srgbClr val="555555"/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11BC-CF5F-2A74-EC01-887245E4253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692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eader and Left Anchor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0DA8DE7-3F8D-4C09-94CF-3FDDC344C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991225-F359-45DD-843A-08F2AE2280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64599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1524001"/>
            <a:ext cx="4800600" cy="5838824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4087C4-FD94-4115-BEE2-5A92A13467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57800" y="1540497"/>
            <a:ext cx="8657428" cy="54960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A4E921-B332-46FC-BE33-BF16153BC5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45633" y="2259307"/>
            <a:ext cx="8656897" cy="508504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CE7F4D9-56D6-412C-BBAC-D53DCD3CA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BB4E37-9A6C-58A4-F770-DC6593D5EC8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02029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eader and Right Anchor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0DA8DE7-3F8D-4C09-94CF-3FDDC344C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991225-F359-45DD-843A-08F2AE2280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6374207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4087C4-FD94-4115-BEE2-5A92A13467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5094" y="1540496"/>
            <a:ext cx="6361676" cy="5494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lnSpc>
                <a:spcPct val="100000"/>
              </a:lnSpc>
              <a:defRPr lang="en-US" sz="3600" b="0" dirty="0">
                <a:solidFill>
                  <a:schemeClr val="tx2"/>
                </a:solidFill>
              </a:defRPr>
            </a:lvl1pPr>
          </a:lstStyle>
          <a:p>
            <a:pPr lvl="0" defTabSz="457182"/>
            <a:r>
              <a:rPr lang="en-US"/>
              <a:t>Column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A4E921-B332-46FC-BE33-BF16153BC5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2789" y="2259307"/>
            <a:ext cx="6361286" cy="5085046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CE7F4D9-56D6-412C-BBAC-D53DCD3CA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defRPr lang="en-US" sz="900">
                <a:solidFill>
                  <a:srgbClr val="555555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B74501-B296-EFD3-E1A0-97AB58C2F5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43634" y="-1"/>
            <a:ext cx="7086767" cy="7362826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93872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96E2377-5C69-186E-4B4D-DC97381120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394" y="437625"/>
            <a:ext cx="13202836" cy="398572"/>
          </a:xfrm>
        </p:spPr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F16E08FB-5760-72E8-82B1-B0560CCBA6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277D5B-842A-D163-A917-5230374BB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6701" y="2975998"/>
            <a:ext cx="2669059" cy="0"/>
          </a:xfrm>
          <a:prstGeom prst="line">
            <a:avLst/>
          </a:prstGeom>
          <a:ln w="31750" cap="rnd">
            <a:solidFill>
              <a:schemeClr val="tx2"/>
            </a:solidFill>
            <a:prstDash val="sysDot"/>
            <a:round/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9D4DC89-00D1-89AA-1F19-F18483FDD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 userDrawn="1">
            <p:ph type="body" sz="quarter" idx="19" hasCustomPrompt="1"/>
          </p:nvPr>
        </p:nvSpPr>
        <p:spPr>
          <a:xfrm>
            <a:off x="712788" y="2516962"/>
            <a:ext cx="969264" cy="969264"/>
          </a:xfrm>
          <a:prstGeom prst="ellipse">
            <a:avLst/>
          </a:prstGeom>
          <a:solidFill>
            <a:schemeClr val="tx2"/>
          </a:solidFill>
        </p:spPr>
        <p:txBody>
          <a:bodyPr lIns="0" tIns="45720" rIns="0" bIns="0" anchor="ctr">
            <a:noAutofit/>
          </a:bodyPr>
          <a:lstStyle>
            <a:lvl1pPr algn="ctr">
              <a:defRPr sz="4400">
                <a:solidFill>
                  <a:schemeClr val="bg1"/>
                </a:solidFill>
                <a:latin typeface="Avenir Next World Thin" panose="020B0303020202020204" pitchFamily="34" charset="0"/>
                <a:cs typeface="Avenir Next World Thin" panose="020B0303020202020204" pitchFamily="34" charset="0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A07EDD-3A66-8E19-3A30-8338FD840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0332" y="3005462"/>
            <a:ext cx="3017519" cy="0"/>
          </a:xfrm>
          <a:prstGeom prst="line">
            <a:avLst/>
          </a:prstGeom>
          <a:ln w="31750" cap="rnd">
            <a:solidFill>
              <a:schemeClr val="tx2"/>
            </a:solidFill>
            <a:prstDash val="sysDot"/>
            <a:round/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024E03-4085-0950-DB1C-6BC896EEF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78435" y="3005462"/>
            <a:ext cx="3017521" cy="0"/>
          </a:xfrm>
          <a:prstGeom prst="line">
            <a:avLst/>
          </a:prstGeom>
          <a:ln w="31750" cap="rnd">
            <a:solidFill>
              <a:schemeClr val="tx2"/>
            </a:solidFill>
            <a:prstDash val="sysDot"/>
            <a:round/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6B2569-02C4-3C34-3BA6-598601551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678220" y="3005462"/>
            <a:ext cx="3017520" cy="0"/>
          </a:xfrm>
          <a:prstGeom prst="line">
            <a:avLst/>
          </a:prstGeom>
          <a:ln w="31750" cap="rnd">
            <a:solidFill>
              <a:schemeClr val="tx2"/>
            </a:solidFill>
            <a:prstDash val="sysDot"/>
            <a:round/>
            <a:tailEnd type="arrow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45FBE641-05C6-D058-6C1E-D3A7266BB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3945040" y="2516962"/>
            <a:ext cx="969264" cy="969264"/>
          </a:xfrm>
          <a:prstGeom prst="ellipse">
            <a:avLst/>
          </a:prstGeom>
          <a:solidFill>
            <a:schemeClr val="tx2"/>
          </a:solidFill>
        </p:spPr>
        <p:txBody>
          <a:bodyPr lIns="0" tIns="45720" rIns="0" bIns="0" anchor="ctr">
            <a:noAutofit/>
          </a:bodyPr>
          <a:lstStyle>
            <a:lvl1pPr algn="ctr">
              <a:defRPr sz="4400">
                <a:solidFill>
                  <a:schemeClr val="bg1"/>
                </a:solidFill>
                <a:latin typeface="Avenir Next World Thin" panose="020B0303020202020204" pitchFamily="34" charset="0"/>
                <a:cs typeface="Avenir Next World Thin" panose="020B0303020202020204" pitchFamily="34" charset="0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01B82DCC-A9A4-DBD4-5A8A-60C8D5975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7307207" y="2516962"/>
            <a:ext cx="969264" cy="969264"/>
          </a:xfrm>
          <a:prstGeom prst="ellipse">
            <a:avLst/>
          </a:prstGeom>
          <a:solidFill>
            <a:schemeClr val="tx2"/>
          </a:solidFill>
        </p:spPr>
        <p:txBody>
          <a:bodyPr lIns="0" tIns="45720" rIns="0" bIns="0" anchor="ctr">
            <a:noAutofit/>
          </a:bodyPr>
          <a:lstStyle>
            <a:lvl1pPr algn="ctr">
              <a:defRPr sz="4400">
                <a:solidFill>
                  <a:schemeClr val="bg1"/>
                </a:solidFill>
                <a:latin typeface="Avenir Next World Thin" panose="020B0303020202020204" pitchFamily="34" charset="0"/>
                <a:cs typeface="Avenir Next World Thin" panose="020B0303020202020204" pitchFamily="34" charset="0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B91D2972-F9BD-4855-9A86-6399FD240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10571690" y="2516962"/>
            <a:ext cx="969264" cy="969264"/>
          </a:xfrm>
          <a:prstGeom prst="ellipse">
            <a:avLst/>
          </a:prstGeom>
          <a:solidFill>
            <a:schemeClr val="tx2"/>
          </a:solidFill>
        </p:spPr>
        <p:txBody>
          <a:bodyPr lIns="0" tIns="45720" rIns="0" bIns="0" anchor="ctr">
            <a:noAutofit/>
          </a:bodyPr>
          <a:lstStyle>
            <a:lvl1pPr algn="ctr">
              <a:defRPr sz="4400">
                <a:solidFill>
                  <a:schemeClr val="bg1"/>
                </a:solidFill>
                <a:latin typeface="Avenir Next World Thin" panose="020B0303020202020204" pitchFamily="34" charset="0"/>
                <a:cs typeface="Avenir Next World Thin" panose="020B0303020202020204" pitchFamily="34" charset="0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598945E-538A-A171-BD42-48D5C6BD1A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2788" y="3770437"/>
            <a:ext cx="2944812" cy="349652"/>
          </a:xfr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F26AC688-7259-ADA3-7660-0D12B1C0526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12788" y="4291900"/>
            <a:ext cx="2944812" cy="2020824"/>
          </a:xfrm>
        </p:spPr>
        <p:txBody>
          <a:bodyPr lIns="0" tIns="0" rIns="0" bIns="0" anchor="t">
            <a:noAutofit/>
          </a:bodyPr>
          <a:lstStyle>
            <a:lvl1pPr marL="182873" indent="-182873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F3039AB2-34FA-BAB1-DBC0-61B8AB175AB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45040" y="3770437"/>
            <a:ext cx="2944812" cy="349652"/>
          </a:xfr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EEC14F4C-6C30-7CB9-1F9C-744479DAB5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45040" y="4291900"/>
            <a:ext cx="2944812" cy="2020824"/>
          </a:xfrm>
        </p:spPr>
        <p:txBody>
          <a:bodyPr lIns="0" tIns="0" rIns="0" bIns="0" anchor="t">
            <a:noAutofit/>
          </a:bodyPr>
          <a:lstStyle>
            <a:lvl1pPr marL="182873" indent="-182873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5">
            <a:extLst>
              <a:ext uri="{FF2B5EF4-FFF2-40B4-BE49-F238E27FC236}">
                <a16:creationId xmlns:a16="http://schemas.microsoft.com/office/drawing/2014/main" id="{450F08F8-6ED8-5EC2-F867-EDF78D635A5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307207" y="3770437"/>
            <a:ext cx="2944812" cy="349652"/>
          </a:xfr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5">
            <a:extLst>
              <a:ext uri="{FF2B5EF4-FFF2-40B4-BE49-F238E27FC236}">
                <a16:creationId xmlns:a16="http://schemas.microsoft.com/office/drawing/2014/main" id="{5D025828-25E0-7BB9-7A71-4719457A300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07207" y="4291900"/>
            <a:ext cx="2944812" cy="2020824"/>
          </a:xfrm>
        </p:spPr>
        <p:txBody>
          <a:bodyPr lIns="0" tIns="0" rIns="0" bIns="0" anchor="t">
            <a:noAutofit/>
          </a:bodyPr>
          <a:lstStyle>
            <a:lvl1pPr marL="182873" indent="-182873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12945377-8D69-62EE-FC43-87667C58B40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571690" y="3770437"/>
            <a:ext cx="2944812" cy="349652"/>
          </a:xfr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3A4A6DCA-C2A0-0E06-A234-6C512F6C47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571690" y="4291900"/>
            <a:ext cx="2944812" cy="2020824"/>
          </a:xfrm>
        </p:spPr>
        <p:txBody>
          <a:bodyPr lIns="0" tIns="0" rIns="0" bIns="0" anchor="t">
            <a:noAutofit/>
          </a:bodyPr>
          <a:lstStyle>
            <a:lvl1pPr marL="182873" indent="-182873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C66FB32-FD41-4B94-94D3-5FFF730D98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lang="en-US" sz="900">
                <a:solidFill>
                  <a:srgbClr val="555555"/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11BC-CF5F-2A74-EC01-887245E4253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073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BA0DE0-4B25-43B8-8E6F-74C340580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4" y="868681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510DEAD4-2051-6364-209E-4581ECF797AB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12789" y="1524001"/>
            <a:ext cx="13201650" cy="5673725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C66FB32-FD41-4B94-94D3-5FFF730D98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9" y="7362826"/>
            <a:ext cx="10968037" cy="1384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300"/>
              </a:spcBef>
              <a:defRPr lang="en-US" sz="900">
                <a:solidFill>
                  <a:srgbClr val="555555"/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11BC-CF5F-2A74-EC01-887245E4253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Presentation title (edit on slide master)   |   Month ##, 20##   |  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1742112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424F079-DCC5-41EC-A910-77D3F6267F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789" y="2381840"/>
            <a:ext cx="10968037" cy="557076"/>
          </a:xfrm>
          <a:prstGeom prst="rect">
            <a:avLst/>
          </a:prstGeom>
        </p:spPr>
        <p:txBody>
          <a:bodyPr wrap="square" lIns="0" tIns="0" rIns="0" bIns="182880" anchor="b">
            <a:spAutoFit/>
          </a:bodyPr>
          <a:lstStyle>
            <a:lvl1pPr>
              <a:defRPr kumimoji="0" lang="en-US" sz="22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880" smtClean="0"/>
            </a:lvl2pPr>
            <a:lvl3pPr>
              <a:defRPr lang="en-US" sz="2400" smtClean="0"/>
            </a:lvl3pPr>
            <a:lvl4pPr>
              <a:defRPr lang="en-US" sz="2160" smtClean="0"/>
            </a:lvl4pPr>
            <a:lvl5pPr>
              <a:defRPr lang="en-US" sz="216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499397-516C-4916-BDD8-79EC82759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788" y="2950094"/>
            <a:ext cx="13203238" cy="2563780"/>
          </a:xfrm>
          <a:prstGeom prst="rect">
            <a:avLst/>
          </a:prstGeom>
        </p:spPr>
        <p:txBody>
          <a:bodyPr wrap="square" lIns="0" bIns="0" anchor="b">
            <a:spAutoFit/>
          </a:bodyPr>
          <a:lstStyle>
            <a:lvl1pPr>
              <a:defRPr sz="88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FD86D0B-F6DA-42B3-88F2-0A2A5FD7D0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788" y="5525047"/>
            <a:ext cx="13203238" cy="467820"/>
          </a:xfrm>
          <a:prstGeom prst="rect">
            <a:avLst/>
          </a:prstGeom>
        </p:spPr>
        <p:txBody>
          <a:bodyPr wrap="square" lIns="0" tIns="36576" rIns="0" bIns="0">
            <a:spAutoFit/>
          </a:bodyPr>
          <a:lstStyle>
            <a:lvl1pPr>
              <a:spcBef>
                <a:spcPts val="0"/>
              </a:spcBef>
              <a:defRPr kumimoji="0" lang="en-US" sz="28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EF6CBD-2492-460C-A159-130D0060A6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788" y="7116605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D32CC87-DEC8-4E1B-95F5-37D3A0B0F8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788" y="7411431"/>
            <a:ext cx="6459538" cy="2462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6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First, Last Name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A9B40-DA2B-1AA5-29FD-1CBF1116CB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2844" y="190961"/>
            <a:ext cx="4728865" cy="139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77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Symbo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ecklet&#10;&#10;Description automatically generated">
            <a:extLst>
              <a:ext uri="{FF2B5EF4-FFF2-40B4-BE49-F238E27FC236}">
                <a16:creationId xmlns:a16="http://schemas.microsoft.com/office/drawing/2014/main" id="{7CA47CE1-63E6-4D90-8AFF-264AAF3D23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209" b="-343"/>
          <a:stretch/>
        </p:blipFill>
        <p:spPr>
          <a:xfrm>
            <a:off x="714376" y="1439843"/>
            <a:ext cx="4764090" cy="537053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00A4319-66F3-4E8E-87E3-8B0650E0CD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2064" y="2787652"/>
            <a:ext cx="7033962" cy="2022092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Divider slide 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20CCCE-CBB9-47BE-BBA6-82A5FD35B0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2064" y="4809743"/>
            <a:ext cx="7033962" cy="449354"/>
          </a:xfrm>
          <a:prstGeom prst="rect">
            <a:avLst/>
          </a:prstGeom>
        </p:spPr>
        <p:txBody>
          <a:bodyPr wrap="square" lIns="0" tIns="109728" rIns="0" bIns="0">
            <a:spAutoFit/>
          </a:bodyPr>
          <a:lstStyle>
            <a:lvl1pPr>
              <a:defRPr kumimoji="0" lang="en-US" sz="22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4312356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8EBD596-E941-567A-A4AD-128379A6A7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3755" y="1524000"/>
            <a:ext cx="7922269" cy="567203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29FD2CC-B65C-1AD1-AB53-3C92294CA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2393" y="437624"/>
            <a:ext cx="13202835" cy="398571"/>
          </a:xfrm>
        </p:spPr>
        <p:txBody>
          <a:bodyPr>
            <a:noAutofit/>
          </a:bodyPr>
          <a:lstStyle/>
          <a:p>
            <a:r>
              <a:rPr lang="en-US"/>
              <a:t>Slide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89EFFE-3A18-76C5-AD6C-DB8AC9A0852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2393" y="868680"/>
            <a:ext cx="13203632" cy="369332"/>
          </a:xfrm>
          <a:prstGeom prst="rect">
            <a:avLst/>
          </a:prstGeom>
        </p:spPr>
        <p:txBody>
          <a:bodyPr vert="horz" wrap="square" lIns="0" tIns="45720" rIns="0" bIns="45720" rtlCol="0">
            <a:noAutofit/>
          </a:bodyPr>
          <a:lstStyle>
            <a:lvl1pPr>
              <a:lnSpc>
                <a:spcPct val="100000"/>
              </a:lnSpc>
              <a:defRPr lang="en-US" sz="18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2B0FBC-0424-5C1F-C695-F0FAFC9F8B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140971"/>
            <a:ext cx="5257526" cy="608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8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4.svg"/><Relationship Id="rId5" Type="http://schemas.openxmlformats.org/officeDocument/2006/relationships/image" Target="../media/image8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2394" y="437625"/>
            <a:ext cx="13202836" cy="39857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Slide title goes here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5F53D9-B0A8-4B83-BFB8-7947796D5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788" y="1524001"/>
            <a:ext cx="13202440" cy="56720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665701E-718A-79A0-3E31-33126BD22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lang="en-US" sz="1000"/>
            </a:lvl1pPr>
          </a:lstStyle>
          <a:p>
            <a:r>
              <a:rPr lang="en-US"/>
              <a:t>Presentation title (edit on slide master)   |   Month ##, 20##   |   Internal use only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AC7CA28-F7CF-61C7-B250-3E98F8A40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4966D74C-F830-4415-A191-A6D50CA2A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514203" y="7595561"/>
            <a:ext cx="1400462" cy="230091"/>
          </a:xfrm>
          <a:custGeom>
            <a:avLst/>
            <a:gdLst>
              <a:gd name="connsiteX0" fmla="*/ 1270662 w 1400462"/>
              <a:gd name="connsiteY0" fmla="*/ 145234 h 230091"/>
              <a:gd name="connsiteX1" fmla="*/ 1356760 w 1400462"/>
              <a:gd name="connsiteY1" fmla="*/ 60378 h 230091"/>
              <a:gd name="connsiteX2" fmla="*/ 1400463 w 1400462"/>
              <a:gd name="connsiteY2" fmla="*/ 70820 h 230091"/>
              <a:gd name="connsiteX3" fmla="*/ 1400463 w 1400462"/>
              <a:gd name="connsiteY3" fmla="*/ 106721 h 230091"/>
              <a:gd name="connsiteX4" fmla="*/ 1399482 w 1400462"/>
              <a:gd name="connsiteY4" fmla="*/ 106721 h 230091"/>
              <a:gd name="connsiteX5" fmla="*/ 1359698 w 1400462"/>
              <a:gd name="connsiteY5" fmla="*/ 95625 h 230091"/>
              <a:gd name="connsiteX6" fmla="*/ 1312081 w 1400462"/>
              <a:gd name="connsiteY6" fmla="*/ 145234 h 230091"/>
              <a:gd name="connsiteX7" fmla="*/ 1359698 w 1400462"/>
              <a:gd name="connsiteY7" fmla="*/ 194841 h 230091"/>
              <a:gd name="connsiteX8" fmla="*/ 1399482 w 1400462"/>
              <a:gd name="connsiteY8" fmla="*/ 183747 h 230091"/>
              <a:gd name="connsiteX9" fmla="*/ 1400463 w 1400462"/>
              <a:gd name="connsiteY9" fmla="*/ 183747 h 230091"/>
              <a:gd name="connsiteX10" fmla="*/ 1400463 w 1400462"/>
              <a:gd name="connsiteY10" fmla="*/ 219649 h 230091"/>
              <a:gd name="connsiteX11" fmla="*/ 1356760 w 1400462"/>
              <a:gd name="connsiteY11" fmla="*/ 230092 h 230091"/>
              <a:gd name="connsiteX12" fmla="*/ 1270662 w 1400462"/>
              <a:gd name="connsiteY12" fmla="*/ 145234 h 230091"/>
              <a:gd name="connsiteX13" fmla="*/ 1266753 w 1400462"/>
              <a:gd name="connsiteY13" fmla="*/ 226827 h 230091"/>
              <a:gd name="connsiteX14" fmla="*/ 1246856 w 1400462"/>
              <a:gd name="connsiteY14" fmla="*/ 229105 h 230091"/>
              <a:gd name="connsiteX15" fmla="*/ 1199245 w 1400462"/>
              <a:gd name="connsiteY15" fmla="*/ 182768 h 230091"/>
              <a:gd name="connsiteX16" fmla="*/ 1199245 w 1400462"/>
              <a:gd name="connsiteY16" fmla="*/ 63642 h 230091"/>
              <a:gd name="connsiteX17" fmla="*/ 1240010 w 1400462"/>
              <a:gd name="connsiteY17" fmla="*/ 63642 h 230091"/>
              <a:gd name="connsiteX18" fmla="*/ 1240010 w 1400462"/>
              <a:gd name="connsiteY18" fmla="*/ 179828 h 230091"/>
              <a:gd name="connsiteX19" fmla="*/ 1256318 w 1400462"/>
              <a:gd name="connsiteY19" fmla="*/ 195822 h 230091"/>
              <a:gd name="connsiteX20" fmla="*/ 1265779 w 1400462"/>
              <a:gd name="connsiteY20" fmla="*/ 194841 h 230091"/>
              <a:gd name="connsiteX21" fmla="*/ 1266753 w 1400462"/>
              <a:gd name="connsiteY21" fmla="*/ 194841 h 230091"/>
              <a:gd name="connsiteX22" fmla="*/ 1266753 w 1400462"/>
              <a:gd name="connsiteY22" fmla="*/ 226827 h 230091"/>
              <a:gd name="connsiteX23" fmla="*/ 1244250 w 1400462"/>
              <a:gd name="connsiteY23" fmla="*/ 23824 h 230091"/>
              <a:gd name="connsiteX24" fmla="*/ 1220119 w 1400462"/>
              <a:gd name="connsiteY24" fmla="*/ 47974 h 230091"/>
              <a:gd name="connsiteX25" fmla="*/ 1196308 w 1400462"/>
              <a:gd name="connsiteY25" fmla="*/ 23824 h 230091"/>
              <a:gd name="connsiteX26" fmla="*/ 1220119 w 1400462"/>
              <a:gd name="connsiteY26" fmla="*/ 0 h 230091"/>
              <a:gd name="connsiteX27" fmla="*/ 1244250 w 1400462"/>
              <a:gd name="connsiteY27" fmla="*/ 23824 h 230091"/>
              <a:gd name="connsiteX28" fmla="*/ 1062272 w 1400462"/>
              <a:gd name="connsiteY28" fmla="*/ 135769 h 230091"/>
              <a:gd name="connsiteX29" fmla="*/ 1098471 w 1400462"/>
              <a:gd name="connsiteY29" fmla="*/ 94319 h 230091"/>
              <a:gd name="connsiteX30" fmla="*/ 1132392 w 1400462"/>
              <a:gd name="connsiteY30" fmla="*/ 135769 h 230091"/>
              <a:gd name="connsiteX31" fmla="*/ 1132392 w 1400462"/>
              <a:gd name="connsiteY31" fmla="*/ 226827 h 230091"/>
              <a:gd name="connsiteX32" fmla="*/ 1172831 w 1400462"/>
              <a:gd name="connsiteY32" fmla="*/ 226827 h 230091"/>
              <a:gd name="connsiteX33" fmla="*/ 1172831 w 1400462"/>
              <a:gd name="connsiteY33" fmla="*/ 134137 h 230091"/>
              <a:gd name="connsiteX34" fmla="*/ 1108587 w 1400462"/>
              <a:gd name="connsiteY34" fmla="*/ 60378 h 230091"/>
              <a:gd name="connsiteX35" fmla="*/ 1060647 w 1400462"/>
              <a:gd name="connsiteY35" fmla="*/ 89752 h 230091"/>
              <a:gd name="connsiteX36" fmla="*/ 1060647 w 1400462"/>
              <a:gd name="connsiteY36" fmla="*/ 63642 h 230091"/>
              <a:gd name="connsiteX37" fmla="*/ 1021833 w 1400462"/>
              <a:gd name="connsiteY37" fmla="*/ 63642 h 230091"/>
              <a:gd name="connsiteX38" fmla="*/ 1021833 w 1400462"/>
              <a:gd name="connsiteY38" fmla="*/ 226827 h 230091"/>
              <a:gd name="connsiteX39" fmla="*/ 1062272 w 1400462"/>
              <a:gd name="connsiteY39" fmla="*/ 226827 h 230091"/>
              <a:gd name="connsiteX40" fmla="*/ 1062272 w 1400462"/>
              <a:gd name="connsiteY40" fmla="*/ 135769 h 230091"/>
              <a:gd name="connsiteX41" fmla="*/ 914768 w 1400462"/>
              <a:gd name="connsiteY41" fmla="*/ 195169 h 230091"/>
              <a:gd name="connsiteX42" fmla="*/ 958793 w 1400462"/>
              <a:gd name="connsiteY42" fmla="*/ 145234 h 230091"/>
              <a:gd name="connsiteX43" fmla="*/ 914768 w 1400462"/>
              <a:gd name="connsiteY43" fmla="*/ 95297 h 230091"/>
              <a:gd name="connsiteX44" fmla="*/ 870411 w 1400462"/>
              <a:gd name="connsiteY44" fmla="*/ 145234 h 230091"/>
              <a:gd name="connsiteX45" fmla="*/ 914768 w 1400462"/>
              <a:gd name="connsiteY45" fmla="*/ 195169 h 230091"/>
              <a:gd name="connsiteX46" fmla="*/ 914768 w 1400462"/>
              <a:gd name="connsiteY46" fmla="*/ 230092 h 230091"/>
              <a:gd name="connsiteX47" fmla="*/ 828995 w 1400462"/>
              <a:gd name="connsiteY47" fmla="*/ 145234 h 230091"/>
              <a:gd name="connsiteX48" fmla="*/ 914768 w 1400462"/>
              <a:gd name="connsiteY48" fmla="*/ 60378 h 230091"/>
              <a:gd name="connsiteX49" fmla="*/ 1000212 w 1400462"/>
              <a:gd name="connsiteY49" fmla="*/ 145234 h 230091"/>
              <a:gd name="connsiteX50" fmla="*/ 914768 w 1400462"/>
              <a:gd name="connsiteY50" fmla="*/ 230092 h 230091"/>
              <a:gd name="connsiteX51" fmla="*/ 773880 w 1400462"/>
              <a:gd name="connsiteY51" fmla="*/ 141318 h 230091"/>
              <a:gd name="connsiteX52" fmla="*/ 813670 w 1400462"/>
              <a:gd name="connsiteY52" fmla="*/ 100192 h 230091"/>
              <a:gd name="connsiteX53" fmla="*/ 827689 w 1400462"/>
              <a:gd name="connsiteY53" fmla="*/ 102154 h 230091"/>
              <a:gd name="connsiteX54" fmla="*/ 828343 w 1400462"/>
              <a:gd name="connsiteY54" fmla="*/ 102154 h 230091"/>
              <a:gd name="connsiteX55" fmla="*/ 828343 w 1400462"/>
              <a:gd name="connsiteY55" fmla="*/ 64293 h 230091"/>
              <a:gd name="connsiteX56" fmla="*/ 812361 w 1400462"/>
              <a:gd name="connsiteY56" fmla="*/ 61682 h 230091"/>
              <a:gd name="connsiteX57" fmla="*/ 772251 w 1400462"/>
              <a:gd name="connsiteY57" fmla="*/ 93341 h 230091"/>
              <a:gd name="connsiteX58" fmla="*/ 772251 w 1400462"/>
              <a:gd name="connsiteY58" fmla="*/ 63642 h 230091"/>
              <a:gd name="connsiteX59" fmla="*/ 733441 w 1400462"/>
              <a:gd name="connsiteY59" fmla="*/ 63642 h 230091"/>
              <a:gd name="connsiteX60" fmla="*/ 733441 w 1400462"/>
              <a:gd name="connsiteY60" fmla="*/ 226827 h 230091"/>
              <a:gd name="connsiteX61" fmla="*/ 773880 w 1400462"/>
              <a:gd name="connsiteY61" fmla="*/ 226827 h 230091"/>
              <a:gd name="connsiteX62" fmla="*/ 773880 w 1400462"/>
              <a:gd name="connsiteY62" fmla="*/ 141318 h 230091"/>
              <a:gd name="connsiteX63" fmla="*/ 505483 w 1400462"/>
              <a:gd name="connsiteY63" fmla="*/ 195822 h 230091"/>
              <a:gd name="connsiteX64" fmla="*/ 548205 w 1400462"/>
              <a:gd name="connsiteY64" fmla="*/ 144907 h 230091"/>
              <a:gd name="connsiteX65" fmla="*/ 505483 w 1400462"/>
              <a:gd name="connsiteY65" fmla="*/ 94319 h 230091"/>
              <a:gd name="connsiteX66" fmla="*/ 463413 w 1400462"/>
              <a:gd name="connsiteY66" fmla="*/ 144907 h 230091"/>
              <a:gd name="connsiteX67" fmla="*/ 505483 w 1400462"/>
              <a:gd name="connsiteY67" fmla="*/ 195822 h 230091"/>
              <a:gd name="connsiteX68" fmla="*/ 690393 w 1400462"/>
              <a:gd name="connsiteY68" fmla="*/ 230092 h 230091"/>
              <a:gd name="connsiteX69" fmla="*/ 631689 w 1400462"/>
              <a:gd name="connsiteY69" fmla="*/ 173627 h 230091"/>
              <a:gd name="connsiteX70" fmla="*/ 631689 w 1400462"/>
              <a:gd name="connsiteY70" fmla="*/ 96603 h 230091"/>
              <a:gd name="connsiteX71" fmla="*/ 586690 w 1400462"/>
              <a:gd name="connsiteY71" fmla="*/ 96603 h 230091"/>
              <a:gd name="connsiteX72" fmla="*/ 586690 w 1400462"/>
              <a:gd name="connsiteY72" fmla="*/ 178522 h 230091"/>
              <a:gd name="connsiteX73" fmla="*/ 601037 w 1400462"/>
              <a:gd name="connsiteY73" fmla="*/ 195495 h 230091"/>
              <a:gd name="connsiteX74" fmla="*/ 608864 w 1400462"/>
              <a:gd name="connsiteY74" fmla="*/ 194841 h 230091"/>
              <a:gd name="connsiteX75" fmla="*/ 609844 w 1400462"/>
              <a:gd name="connsiteY75" fmla="*/ 194841 h 230091"/>
              <a:gd name="connsiteX76" fmla="*/ 609844 w 1400462"/>
              <a:gd name="connsiteY76" fmla="*/ 226827 h 230091"/>
              <a:gd name="connsiteX77" fmla="*/ 592230 w 1400462"/>
              <a:gd name="connsiteY77" fmla="*/ 228781 h 230091"/>
              <a:gd name="connsiteX78" fmla="*/ 550489 w 1400462"/>
              <a:gd name="connsiteY78" fmla="*/ 201697 h 230091"/>
              <a:gd name="connsiteX79" fmla="*/ 497009 w 1400462"/>
              <a:gd name="connsiteY79" fmla="*/ 230092 h 230091"/>
              <a:gd name="connsiteX80" fmla="*/ 421997 w 1400462"/>
              <a:gd name="connsiteY80" fmla="*/ 144907 h 230091"/>
              <a:gd name="connsiteX81" fmla="*/ 497009 w 1400462"/>
              <a:gd name="connsiteY81" fmla="*/ 60378 h 230091"/>
              <a:gd name="connsiteX82" fmla="*/ 546248 w 1400462"/>
              <a:gd name="connsiteY82" fmla="*/ 82571 h 230091"/>
              <a:gd name="connsiteX83" fmla="*/ 546248 w 1400462"/>
              <a:gd name="connsiteY83" fmla="*/ 1631 h 230091"/>
              <a:gd name="connsiteX84" fmla="*/ 586690 w 1400462"/>
              <a:gd name="connsiteY84" fmla="*/ 1631 h 230091"/>
              <a:gd name="connsiteX85" fmla="*/ 586690 w 1400462"/>
              <a:gd name="connsiteY85" fmla="*/ 63642 h 230091"/>
              <a:gd name="connsiteX86" fmla="*/ 631689 w 1400462"/>
              <a:gd name="connsiteY86" fmla="*/ 63642 h 230091"/>
              <a:gd name="connsiteX87" fmla="*/ 631689 w 1400462"/>
              <a:gd name="connsiteY87" fmla="*/ 24802 h 230091"/>
              <a:gd name="connsiteX88" fmla="*/ 672128 w 1400462"/>
              <a:gd name="connsiteY88" fmla="*/ 24802 h 230091"/>
              <a:gd name="connsiteX89" fmla="*/ 672128 w 1400462"/>
              <a:gd name="connsiteY89" fmla="*/ 63642 h 230091"/>
              <a:gd name="connsiteX90" fmla="*/ 715508 w 1400462"/>
              <a:gd name="connsiteY90" fmla="*/ 63642 h 230091"/>
              <a:gd name="connsiteX91" fmla="*/ 715508 w 1400462"/>
              <a:gd name="connsiteY91" fmla="*/ 96603 h 230091"/>
              <a:gd name="connsiteX92" fmla="*/ 672128 w 1400462"/>
              <a:gd name="connsiteY92" fmla="*/ 96603 h 230091"/>
              <a:gd name="connsiteX93" fmla="*/ 672128 w 1400462"/>
              <a:gd name="connsiteY93" fmla="*/ 171669 h 230091"/>
              <a:gd name="connsiteX94" fmla="*/ 695943 w 1400462"/>
              <a:gd name="connsiteY94" fmla="*/ 195822 h 230091"/>
              <a:gd name="connsiteX95" fmla="*/ 714527 w 1400462"/>
              <a:gd name="connsiteY95" fmla="*/ 193538 h 230091"/>
              <a:gd name="connsiteX96" fmla="*/ 715508 w 1400462"/>
              <a:gd name="connsiteY96" fmla="*/ 193538 h 230091"/>
              <a:gd name="connsiteX97" fmla="*/ 715508 w 1400462"/>
              <a:gd name="connsiteY97" fmla="*/ 226827 h 230091"/>
              <a:gd name="connsiteX98" fmla="*/ 690393 w 1400462"/>
              <a:gd name="connsiteY98" fmla="*/ 230092 h 230091"/>
              <a:gd name="connsiteX99" fmla="*/ 0 w 1400462"/>
              <a:gd name="connsiteY99" fmla="*/ 226822 h 230091"/>
              <a:gd name="connsiteX100" fmla="*/ 40113 w 1400462"/>
              <a:gd name="connsiteY100" fmla="*/ 226822 h 230091"/>
              <a:gd name="connsiteX101" fmla="*/ 47614 w 1400462"/>
              <a:gd name="connsiteY101" fmla="*/ 86161 h 230091"/>
              <a:gd name="connsiteX102" fmla="*/ 49244 w 1400462"/>
              <a:gd name="connsiteY102" fmla="*/ 47977 h 230091"/>
              <a:gd name="connsiteX103" fmla="*/ 49897 w 1400462"/>
              <a:gd name="connsiteY103" fmla="*/ 47977 h 230091"/>
              <a:gd name="connsiteX104" fmla="*/ 58379 w 1400462"/>
              <a:gd name="connsiteY104" fmla="*/ 86161 h 230091"/>
              <a:gd name="connsiteX105" fmla="*/ 90991 w 1400462"/>
              <a:gd name="connsiteY105" fmla="*/ 226822 h 230091"/>
              <a:gd name="connsiteX106" fmla="*/ 141211 w 1400462"/>
              <a:gd name="connsiteY106" fmla="*/ 226822 h 230091"/>
              <a:gd name="connsiteX107" fmla="*/ 174152 w 1400462"/>
              <a:gd name="connsiteY107" fmla="*/ 86161 h 230091"/>
              <a:gd name="connsiteX108" fmla="*/ 182304 w 1400462"/>
              <a:gd name="connsiteY108" fmla="*/ 47977 h 230091"/>
              <a:gd name="connsiteX109" fmla="*/ 182954 w 1400462"/>
              <a:gd name="connsiteY109" fmla="*/ 47977 h 230091"/>
              <a:gd name="connsiteX110" fmla="*/ 184585 w 1400462"/>
              <a:gd name="connsiteY110" fmla="*/ 86161 h 230091"/>
              <a:gd name="connsiteX111" fmla="*/ 192413 w 1400462"/>
              <a:gd name="connsiteY111" fmla="*/ 226822 h 230091"/>
              <a:gd name="connsiteX112" fmla="*/ 234156 w 1400462"/>
              <a:gd name="connsiteY112" fmla="*/ 226822 h 230091"/>
              <a:gd name="connsiteX113" fmla="*/ 220457 w 1400462"/>
              <a:gd name="connsiteY113" fmla="*/ 1635 h 230091"/>
              <a:gd name="connsiteX114" fmla="*/ 153928 w 1400462"/>
              <a:gd name="connsiteY114" fmla="*/ 1635 h 230091"/>
              <a:gd name="connsiteX115" fmla="*/ 123928 w 1400462"/>
              <a:gd name="connsiteY115" fmla="*/ 136746 h 230091"/>
              <a:gd name="connsiteX116" fmla="*/ 117404 w 1400462"/>
              <a:gd name="connsiteY116" fmla="*/ 171015 h 230091"/>
              <a:gd name="connsiteX117" fmla="*/ 116752 w 1400462"/>
              <a:gd name="connsiteY117" fmla="*/ 171015 h 230091"/>
              <a:gd name="connsiteX118" fmla="*/ 109901 w 1400462"/>
              <a:gd name="connsiteY118" fmla="*/ 136746 h 230091"/>
              <a:gd name="connsiteX119" fmla="*/ 79901 w 1400462"/>
              <a:gd name="connsiteY119" fmla="*/ 1635 h 230091"/>
              <a:gd name="connsiteX120" fmla="*/ 13372 w 1400462"/>
              <a:gd name="connsiteY120" fmla="*/ 1635 h 230091"/>
              <a:gd name="connsiteX121" fmla="*/ 0 w 1400462"/>
              <a:gd name="connsiteY121" fmla="*/ 226822 h 230091"/>
              <a:gd name="connsiteX122" fmla="*/ 406676 w 1400462"/>
              <a:gd name="connsiteY122" fmla="*/ 142296 h 230091"/>
              <a:gd name="connsiteX123" fmla="*/ 404715 w 1400462"/>
              <a:gd name="connsiteY123" fmla="*/ 164817 h 230091"/>
              <a:gd name="connsiteX124" fmla="*/ 287310 w 1400462"/>
              <a:gd name="connsiteY124" fmla="*/ 164817 h 230091"/>
              <a:gd name="connsiteX125" fmla="*/ 339487 w 1400462"/>
              <a:gd name="connsiteY125" fmla="*/ 196473 h 230091"/>
              <a:gd name="connsiteX126" fmla="*/ 339905 w 1400462"/>
              <a:gd name="connsiteY126" fmla="*/ 196461 h 230091"/>
              <a:gd name="connsiteX127" fmla="*/ 340225 w 1400462"/>
              <a:gd name="connsiteY127" fmla="*/ 196454 h 230091"/>
              <a:gd name="connsiteX128" fmla="*/ 346040 w 1400462"/>
              <a:gd name="connsiteY128" fmla="*/ 196281 h 230091"/>
              <a:gd name="connsiteX129" fmla="*/ 349137 w 1400462"/>
              <a:gd name="connsiteY129" fmla="*/ 196070 h 230091"/>
              <a:gd name="connsiteX130" fmla="*/ 351545 w 1400462"/>
              <a:gd name="connsiteY130" fmla="*/ 195855 h 230091"/>
              <a:gd name="connsiteX131" fmla="*/ 388346 w 1400462"/>
              <a:gd name="connsiteY131" fmla="*/ 185700 h 230091"/>
              <a:gd name="connsiteX132" fmla="*/ 391013 w 1400462"/>
              <a:gd name="connsiteY132" fmla="*/ 184400 h 230091"/>
              <a:gd name="connsiteX133" fmla="*/ 391022 w 1400462"/>
              <a:gd name="connsiteY133" fmla="*/ 184400 h 230091"/>
              <a:gd name="connsiteX134" fmla="*/ 397779 w 1400462"/>
              <a:gd name="connsiteY134" fmla="*/ 180663 h 230091"/>
              <a:gd name="connsiteX135" fmla="*/ 398779 w 1400462"/>
              <a:gd name="connsiteY135" fmla="*/ 180663 h 230091"/>
              <a:gd name="connsiteX136" fmla="*/ 398779 w 1400462"/>
              <a:gd name="connsiteY136" fmla="*/ 213695 h 230091"/>
              <a:gd name="connsiteX137" fmla="*/ 339905 w 1400462"/>
              <a:gd name="connsiteY137" fmla="*/ 230092 h 230091"/>
              <a:gd name="connsiteX138" fmla="*/ 339905 w 1400462"/>
              <a:gd name="connsiteY138" fmla="*/ 230014 h 230091"/>
              <a:gd name="connsiteX139" fmla="*/ 337533 w 1400462"/>
              <a:gd name="connsiteY139" fmla="*/ 230092 h 230091"/>
              <a:gd name="connsiteX140" fmla="*/ 246220 w 1400462"/>
              <a:gd name="connsiteY140" fmla="*/ 147517 h 230091"/>
              <a:gd name="connsiteX141" fmla="*/ 327749 w 1400462"/>
              <a:gd name="connsiteY141" fmla="*/ 60378 h 230091"/>
              <a:gd name="connsiteX142" fmla="*/ 406676 w 1400462"/>
              <a:gd name="connsiteY142" fmla="*/ 142296 h 230091"/>
              <a:gd name="connsiteX143" fmla="*/ 368188 w 1400462"/>
              <a:gd name="connsiteY143" fmla="*/ 133159 h 230091"/>
              <a:gd name="connsiteX144" fmla="*/ 327749 w 1400462"/>
              <a:gd name="connsiteY144" fmla="*/ 94319 h 230091"/>
              <a:gd name="connsiteX145" fmla="*/ 286657 w 1400462"/>
              <a:gd name="connsiteY145" fmla="*/ 133159 h 230091"/>
              <a:gd name="connsiteX146" fmla="*/ 368188 w 1400462"/>
              <a:gd name="connsiteY146" fmla="*/ 133159 h 2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1400462" h="230091">
                <a:moveTo>
                  <a:pt x="1270662" y="145234"/>
                </a:moveTo>
                <a:cubicBezTo>
                  <a:pt x="1270662" y="97582"/>
                  <a:pt x="1305231" y="60378"/>
                  <a:pt x="1356760" y="60378"/>
                </a:cubicBezTo>
                <a:cubicBezTo>
                  <a:pt x="1371436" y="60378"/>
                  <a:pt x="1388070" y="63966"/>
                  <a:pt x="1400463" y="70820"/>
                </a:cubicBezTo>
                <a:lnTo>
                  <a:pt x="1400463" y="106721"/>
                </a:lnTo>
                <a:lnTo>
                  <a:pt x="1399482" y="106721"/>
                </a:lnTo>
                <a:cubicBezTo>
                  <a:pt x="1386767" y="99214"/>
                  <a:pt x="1374042" y="95625"/>
                  <a:pt x="1359698" y="95625"/>
                </a:cubicBezTo>
                <a:cubicBezTo>
                  <a:pt x="1328714" y="95625"/>
                  <a:pt x="1312081" y="116840"/>
                  <a:pt x="1312081" y="145234"/>
                </a:cubicBezTo>
                <a:cubicBezTo>
                  <a:pt x="1312081" y="173627"/>
                  <a:pt x="1328714" y="194841"/>
                  <a:pt x="1359698" y="194841"/>
                </a:cubicBezTo>
                <a:cubicBezTo>
                  <a:pt x="1374042" y="194841"/>
                  <a:pt x="1386767" y="191252"/>
                  <a:pt x="1399482" y="183747"/>
                </a:cubicBezTo>
                <a:lnTo>
                  <a:pt x="1400463" y="183747"/>
                </a:lnTo>
                <a:lnTo>
                  <a:pt x="1400463" y="219649"/>
                </a:lnTo>
                <a:cubicBezTo>
                  <a:pt x="1388070" y="226502"/>
                  <a:pt x="1371436" y="230092"/>
                  <a:pt x="1356760" y="230092"/>
                </a:cubicBezTo>
                <a:cubicBezTo>
                  <a:pt x="1305231" y="230092"/>
                  <a:pt x="1270662" y="192884"/>
                  <a:pt x="1270662" y="145234"/>
                </a:cubicBezTo>
                <a:moveTo>
                  <a:pt x="1266753" y="226827"/>
                </a:moveTo>
                <a:cubicBezTo>
                  <a:pt x="1260558" y="228132"/>
                  <a:pt x="1253380" y="229105"/>
                  <a:pt x="1246856" y="229105"/>
                </a:cubicBezTo>
                <a:cubicBezTo>
                  <a:pt x="1215879" y="229105"/>
                  <a:pt x="1199245" y="212790"/>
                  <a:pt x="1199245" y="182768"/>
                </a:cubicBezTo>
                <a:lnTo>
                  <a:pt x="1199245" y="63642"/>
                </a:lnTo>
                <a:lnTo>
                  <a:pt x="1240010" y="63642"/>
                </a:lnTo>
                <a:lnTo>
                  <a:pt x="1240010" y="179828"/>
                </a:lnTo>
                <a:cubicBezTo>
                  <a:pt x="1240010" y="190598"/>
                  <a:pt x="1245228" y="195822"/>
                  <a:pt x="1256318" y="195822"/>
                </a:cubicBezTo>
                <a:cubicBezTo>
                  <a:pt x="1258923" y="195822"/>
                  <a:pt x="1262187" y="195495"/>
                  <a:pt x="1265779" y="194841"/>
                </a:cubicBezTo>
                <a:lnTo>
                  <a:pt x="1266753" y="194841"/>
                </a:lnTo>
                <a:lnTo>
                  <a:pt x="1266753" y="226827"/>
                </a:lnTo>
                <a:close/>
                <a:moveTo>
                  <a:pt x="1244250" y="23824"/>
                </a:moveTo>
                <a:cubicBezTo>
                  <a:pt x="1244250" y="36878"/>
                  <a:pt x="1233815" y="47974"/>
                  <a:pt x="1220119" y="47974"/>
                </a:cubicBezTo>
                <a:cubicBezTo>
                  <a:pt x="1207072" y="47974"/>
                  <a:pt x="1196308" y="36878"/>
                  <a:pt x="1196308" y="23824"/>
                </a:cubicBezTo>
                <a:cubicBezTo>
                  <a:pt x="1196308" y="10768"/>
                  <a:pt x="1207072" y="0"/>
                  <a:pt x="1220119" y="0"/>
                </a:cubicBezTo>
                <a:cubicBezTo>
                  <a:pt x="1233815" y="0"/>
                  <a:pt x="1244250" y="10768"/>
                  <a:pt x="1244250" y="23824"/>
                </a:cubicBezTo>
                <a:moveTo>
                  <a:pt x="1062272" y="135769"/>
                </a:moveTo>
                <a:cubicBezTo>
                  <a:pt x="1062272" y="110638"/>
                  <a:pt x="1074997" y="94319"/>
                  <a:pt x="1098471" y="94319"/>
                </a:cubicBezTo>
                <a:cubicBezTo>
                  <a:pt x="1121628" y="94319"/>
                  <a:pt x="1132392" y="109659"/>
                  <a:pt x="1132392" y="135769"/>
                </a:cubicBezTo>
                <a:lnTo>
                  <a:pt x="1132392" y="226827"/>
                </a:lnTo>
                <a:lnTo>
                  <a:pt x="1172831" y="226827"/>
                </a:lnTo>
                <a:lnTo>
                  <a:pt x="1172831" y="134137"/>
                </a:lnTo>
                <a:cubicBezTo>
                  <a:pt x="1172831" y="94973"/>
                  <a:pt x="1152611" y="60378"/>
                  <a:pt x="1108587" y="60378"/>
                </a:cubicBezTo>
                <a:cubicBezTo>
                  <a:pt x="1085107" y="60378"/>
                  <a:pt x="1069450" y="72126"/>
                  <a:pt x="1060647" y="89752"/>
                </a:cubicBezTo>
                <a:lnTo>
                  <a:pt x="1060647" y="63642"/>
                </a:lnTo>
                <a:lnTo>
                  <a:pt x="1021833" y="63642"/>
                </a:lnTo>
                <a:lnTo>
                  <a:pt x="1021833" y="226827"/>
                </a:lnTo>
                <a:lnTo>
                  <a:pt x="1062272" y="226827"/>
                </a:lnTo>
                <a:lnTo>
                  <a:pt x="1062272" y="135769"/>
                </a:lnTo>
                <a:close/>
                <a:moveTo>
                  <a:pt x="914768" y="195169"/>
                </a:moveTo>
                <a:cubicBezTo>
                  <a:pt x="943788" y="195169"/>
                  <a:pt x="958793" y="173955"/>
                  <a:pt x="958793" y="145234"/>
                </a:cubicBezTo>
                <a:cubicBezTo>
                  <a:pt x="958793" y="116511"/>
                  <a:pt x="943788" y="95297"/>
                  <a:pt x="914768" y="95297"/>
                </a:cubicBezTo>
                <a:cubicBezTo>
                  <a:pt x="886390" y="95297"/>
                  <a:pt x="870411" y="116511"/>
                  <a:pt x="870411" y="145234"/>
                </a:cubicBezTo>
                <a:cubicBezTo>
                  <a:pt x="870411" y="173955"/>
                  <a:pt x="886390" y="195169"/>
                  <a:pt x="914768" y="195169"/>
                </a:cubicBezTo>
                <a:moveTo>
                  <a:pt x="914768" y="230092"/>
                </a:moveTo>
                <a:cubicBezTo>
                  <a:pt x="863565" y="230092"/>
                  <a:pt x="828995" y="192884"/>
                  <a:pt x="828995" y="145234"/>
                </a:cubicBezTo>
                <a:cubicBezTo>
                  <a:pt x="828995" y="97582"/>
                  <a:pt x="863565" y="60378"/>
                  <a:pt x="914768" y="60378"/>
                </a:cubicBezTo>
                <a:cubicBezTo>
                  <a:pt x="965642" y="60378"/>
                  <a:pt x="1000212" y="97582"/>
                  <a:pt x="1000212" y="145234"/>
                </a:cubicBezTo>
                <a:cubicBezTo>
                  <a:pt x="1000212" y="192884"/>
                  <a:pt x="965642" y="230092"/>
                  <a:pt x="914768" y="230092"/>
                </a:cubicBezTo>
                <a:moveTo>
                  <a:pt x="773880" y="141318"/>
                </a:moveTo>
                <a:cubicBezTo>
                  <a:pt x="773880" y="114880"/>
                  <a:pt x="787575" y="100192"/>
                  <a:pt x="813670" y="100192"/>
                </a:cubicBezTo>
                <a:cubicBezTo>
                  <a:pt x="818227" y="100192"/>
                  <a:pt x="823126" y="100846"/>
                  <a:pt x="827689" y="102154"/>
                </a:cubicBezTo>
                <a:lnTo>
                  <a:pt x="828343" y="102154"/>
                </a:lnTo>
                <a:lnTo>
                  <a:pt x="828343" y="64293"/>
                </a:lnTo>
                <a:cubicBezTo>
                  <a:pt x="824103" y="62660"/>
                  <a:pt x="818559" y="61682"/>
                  <a:pt x="812361" y="61682"/>
                </a:cubicBezTo>
                <a:cubicBezTo>
                  <a:pt x="792796" y="61682"/>
                  <a:pt x="779749" y="73758"/>
                  <a:pt x="772251" y="93341"/>
                </a:cubicBezTo>
                <a:lnTo>
                  <a:pt x="772251" y="63642"/>
                </a:lnTo>
                <a:lnTo>
                  <a:pt x="733441" y="63642"/>
                </a:lnTo>
                <a:lnTo>
                  <a:pt x="733441" y="226827"/>
                </a:lnTo>
                <a:lnTo>
                  <a:pt x="773880" y="226827"/>
                </a:lnTo>
                <a:lnTo>
                  <a:pt x="773880" y="141318"/>
                </a:lnTo>
                <a:close/>
                <a:moveTo>
                  <a:pt x="505483" y="195822"/>
                </a:moveTo>
                <a:cubicBezTo>
                  <a:pt x="532878" y="195822"/>
                  <a:pt x="548205" y="174609"/>
                  <a:pt x="548205" y="144907"/>
                </a:cubicBezTo>
                <a:cubicBezTo>
                  <a:pt x="548205" y="115533"/>
                  <a:pt x="532878" y="94319"/>
                  <a:pt x="505483" y="94319"/>
                </a:cubicBezTo>
                <a:cubicBezTo>
                  <a:pt x="477760" y="94319"/>
                  <a:pt x="463413" y="115533"/>
                  <a:pt x="463413" y="144907"/>
                </a:cubicBezTo>
                <a:cubicBezTo>
                  <a:pt x="463413" y="174609"/>
                  <a:pt x="477760" y="195822"/>
                  <a:pt x="505483" y="195822"/>
                </a:cubicBezTo>
                <a:moveTo>
                  <a:pt x="690393" y="230092"/>
                </a:moveTo>
                <a:cubicBezTo>
                  <a:pt x="652889" y="230092"/>
                  <a:pt x="631689" y="212790"/>
                  <a:pt x="631689" y="173627"/>
                </a:cubicBezTo>
                <a:lnTo>
                  <a:pt x="631689" y="96603"/>
                </a:lnTo>
                <a:lnTo>
                  <a:pt x="586690" y="96603"/>
                </a:lnTo>
                <a:lnTo>
                  <a:pt x="586690" y="178522"/>
                </a:lnTo>
                <a:cubicBezTo>
                  <a:pt x="586690" y="190598"/>
                  <a:pt x="591250" y="195495"/>
                  <a:pt x="601037" y="195495"/>
                </a:cubicBezTo>
                <a:cubicBezTo>
                  <a:pt x="603320" y="195495"/>
                  <a:pt x="605926" y="195495"/>
                  <a:pt x="608864" y="194841"/>
                </a:cubicBezTo>
                <a:lnTo>
                  <a:pt x="609844" y="194841"/>
                </a:lnTo>
                <a:lnTo>
                  <a:pt x="609844" y="226827"/>
                </a:lnTo>
                <a:cubicBezTo>
                  <a:pt x="605926" y="227807"/>
                  <a:pt x="598106" y="228781"/>
                  <a:pt x="592230" y="228781"/>
                </a:cubicBezTo>
                <a:cubicBezTo>
                  <a:pt x="570057" y="228781"/>
                  <a:pt x="556358" y="220298"/>
                  <a:pt x="550489" y="201697"/>
                </a:cubicBezTo>
                <a:cubicBezTo>
                  <a:pt x="538744" y="219974"/>
                  <a:pt x="520159" y="230092"/>
                  <a:pt x="497009" y="230092"/>
                </a:cubicBezTo>
                <a:cubicBezTo>
                  <a:pt x="455583" y="230092"/>
                  <a:pt x="421997" y="197779"/>
                  <a:pt x="421997" y="144907"/>
                </a:cubicBezTo>
                <a:cubicBezTo>
                  <a:pt x="421997" y="92687"/>
                  <a:pt x="455583" y="60378"/>
                  <a:pt x="497009" y="60378"/>
                </a:cubicBezTo>
                <a:cubicBezTo>
                  <a:pt x="517544" y="60378"/>
                  <a:pt x="534510" y="68209"/>
                  <a:pt x="546248" y="82571"/>
                </a:cubicBezTo>
                <a:lnTo>
                  <a:pt x="546248" y="1631"/>
                </a:lnTo>
                <a:lnTo>
                  <a:pt x="586690" y="1631"/>
                </a:lnTo>
                <a:lnTo>
                  <a:pt x="586690" y="63642"/>
                </a:lnTo>
                <a:lnTo>
                  <a:pt x="631689" y="63642"/>
                </a:lnTo>
                <a:lnTo>
                  <a:pt x="631689" y="24802"/>
                </a:lnTo>
                <a:lnTo>
                  <a:pt x="672128" y="24802"/>
                </a:lnTo>
                <a:lnTo>
                  <a:pt x="672128" y="63642"/>
                </a:lnTo>
                <a:lnTo>
                  <a:pt x="715508" y="63642"/>
                </a:lnTo>
                <a:lnTo>
                  <a:pt x="715508" y="96603"/>
                </a:lnTo>
                <a:lnTo>
                  <a:pt x="672128" y="96603"/>
                </a:lnTo>
                <a:lnTo>
                  <a:pt x="672128" y="171669"/>
                </a:lnTo>
                <a:cubicBezTo>
                  <a:pt x="672128" y="187988"/>
                  <a:pt x="680283" y="195822"/>
                  <a:pt x="695943" y="195822"/>
                </a:cubicBezTo>
                <a:cubicBezTo>
                  <a:pt x="703115" y="195822"/>
                  <a:pt x="708004" y="195169"/>
                  <a:pt x="714527" y="193538"/>
                </a:cubicBezTo>
                <a:lnTo>
                  <a:pt x="715508" y="193538"/>
                </a:lnTo>
                <a:lnTo>
                  <a:pt x="715508" y="226827"/>
                </a:lnTo>
                <a:cubicBezTo>
                  <a:pt x="707681" y="228781"/>
                  <a:pt x="698220" y="230092"/>
                  <a:pt x="690393" y="230092"/>
                </a:cubicBezTo>
                <a:moveTo>
                  <a:pt x="0" y="226822"/>
                </a:moveTo>
                <a:lnTo>
                  <a:pt x="40113" y="226822"/>
                </a:lnTo>
                <a:lnTo>
                  <a:pt x="47614" y="86161"/>
                </a:lnTo>
                <a:lnTo>
                  <a:pt x="49244" y="47977"/>
                </a:lnTo>
                <a:lnTo>
                  <a:pt x="49897" y="47977"/>
                </a:lnTo>
                <a:lnTo>
                  <a:pt x="58379" y="86161"/>
                </a:lnTo>
                <a:lnTo>
                  <a:pt x="90991" y="226822"/>
                </a:lnTo>
                <a:lnTo>
                  <a:pt x="141211" y="226822"/>
                </a:lnTo>
                <a:lnTo>
                  <a:pt x="174152" y="86161"/>
                </a:lnTo>
                <a:lnTo>
                  <a:pt x="182304" y="47977"/>
                </a:lnTo>
                <a:lnTo>
                  <a:pt x="182954" y="47977"/>
                </a:lnTo>
                <a:lnTo>
                  <a:pt x="184585" y="86161"/>
                </a:lnTo>
                <a:lnTo>
                  <a:pt x="192413" y="226822"/>
                </a:lnTo>
                <a:lnTo>
                  <a:pt x="234156" y="226822"/>
                </a:lnTo>
                <a:lnTo>
                  <a:pt x="220457" y="1635"/>
                </a:lnTo>
                <a:lnTo>
                  <a:pt x="153928" y="1635"/>
                </a:lnTo>
                <a:lnTo>
                  <a:pt x="123928" y="136746"/>
                </a:lnTo>
                <a:lnTo>
                  <a:pt x="117404" y="171015"/>
                </a:lnTo>
                <a:lnTo>
                  <a:pt x="116752" y="171015"/>
                </a:lnTo>
                <a:lnTo>
                  <a:pt x="109901" y="136746"/>
                </a:lnTo>
                <a:lnTo>
                  <a:pt x="79901" y="1635"/>
                </a:lnTo>
                <a:lnTo>
                  <a:pt x="13372" y="1635"/>
                </a:lnTo>
                <a:lnTo>
                  <a:pt x="0" y="226822"/>
                </a:lnTo>
                <a:close/>
                <a:moveTo>
                  <a:pt x="406676" y="142296"/>
                </a:moveTo>
                <a:cubicBezTo>
                  <a:pt x="406676" y="150131"/>
                  <a:pt x="406021" y="158290"/>
                  <a:pt x="404715" y="164817"/>
                </a:cubicBezTo>
                <a:lnTo>
                  <a:pt x="287310" y="164817"/>
                </a:lnTo>
                <a:cubicBezTo>
                  <a:pt x="291548" y="184400"/>
                  <a:pt x="308183" y="196473"/>
                  <a:pt x="339487" y="196473"/>
                </a:cubicBezTo>
                <a:cubicBezTo>
                  <a:pt x="339631" y="196473"/>
                  <a:pt x="339765" y="196464"/>
                  <a:pt x="339905" y="196461"/>
                </a:cubicBezTo>
                <a:cubicBezTo>
                  <a:pt x="340014" y="196461"/>
                  <a:pt x="340116" y="196454"/>
                  <a:pt x="340225" y="196454"/>
                </a:cubicBezTo>
                <a:cubicBezTo>
                  <a:pt x="342201" y="196440"/>
                  <a:pt x="344133" y="196378"/>
                  <a:pt x="346040" y="196281"/>
                </a:cubicBezTo>
                <a:cubicBezTo>
                  <a:pt x="347074" y="196228"/>
                  <a:pt x="348106" y="196155"/>
                  <a:pt x="349137" y="196070"/>
                </a:cubicBezTo>
                <a:cubicBezTo>
                  <a:pt x="349945" y="196008"/>
                  <a:pt x="350743" y="195931"/>
                  <a:pt x="351545" y="195855"/>
                </a:cubicBezTo>
                <a:cubicBezTo>
                  <a:pt x="364583" y="194535"/>
                  <a:pt x="376972" y="191029"/>
                  <a:pt x="388346" y="185700"/>
                </a:cubicBezTo>
                <a:cubicBezTo>
                  <a:pt x="389237" y="185266"/>
                  <a:pt x="390154" y="184853"/>
                  <a:pt x="391013" y="184400"/>
                </a:cubicBezTo>
                <a:lnTo>
                  <a:pt x="391022" y="184400"/>
                </a:lnTo>
                <a:cubicBezTo>
                  <a:pt x="393328" y="183241"/>
                  <a:pt x="395566" y="181972"/>
                  <a:pt x="397779" y="180663"/>
                </a:cubicBezTo>
                <a:lnTo>
                  <a:pt x="398779" y="180663"/>
                </a:lnTo>
                <a:lnTo>
                  <a:pt x="398779" y="213695"/>
                </a:lnTo>
                <a:cubicBezTo>
                  <a:pt x="381596" y="224096"/>
                  <a:pt x="361450" y="230092"/>
                  <a:pt x="339905" y="230092"/>
                </a:cubicBezTo>
                <a:lnTo>
                  <a:pt x="339905" y="230014"/>
                </a:lnTo>
                <a:cubicBezTo>
                  <a:pt x="339110" y="230026"/>
                  <a:pt x="338341" y="230092"/>
                  <a:pt x="337533" y="230092"/>
                </a:cubicBezTo>
                <a:cubicBezTo>
                  <a:pt x="278504" y="230092"/>
                  <a:pt x="246220" y="196473"/>
                  <a:pt x="246220" y="147517"/>
                </a:cubicBezTo>
                <a:cubicBezTo>
                  <a:pt x="246220" y="94973"/>
                  <a:pt x="279485" y="60378"/>
                  <a:pt x="327749" y="60378"/>
                </a:cubicBezTo>
                <a:cubicBezTo>
                  <a:pt x="376017" y="60378"/>
                  <a:pt x="406676" y="94647"/>
                  <a:pt x="406676" y="142296"/>
                </a:cubicBezTo>
                <a:close/>
                <a:moveTo>
                  <a:pt x="368188" y="133159"/>
                </a:moveTo>
                <a:cubicBezTo>
                  <a:pt x="366233" y="108681"/>
                  <a:pt x="353512" y="94319"/>
                  <a:pt x="327749" y="94319"/>
                </a:cubicBezTo>
                <a:cubicBezTo>
                  <a:pt x="303944" y="94319"/>
                  <a:pt x="289269" y="109333"/>
                  <a:pt x="286657" y="133159"/>
                </a:cubicBezTo>
                <a:lnTo>
                  <a:pt x="368188" y="133159"/>
                </a:lnTo>
                <a:close/>
              </a:path>
            </a:pathLst>
          </a:custGeom>
          <a:solidFill>
            <a:schemeClr val="bg2"/>
          </a:solidFill>
          <a:ln w="31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3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0" r:id="rId1"/>
    <p:sldLayoutId id="2147484169" r:id="rId2"/>
    <p:sldLayoutId id="2147484168" r:id="rId3"/>
    <p:sldLayoutId id="2147484166" r:id="rId4"/>
    <p:sldLayoutId id="2147484010" r:id="rId5"/>
    <p:sldLayoutId id="2147484172" r:id="rId6"/>
    <p:sldLayoutId id="2147484165" r:id="rId7"/>
    <p:sldLayoutId id="2147484009" r:id="rId8"/>
    <p:sldLayoutId id="2147484011" r:id="rId9"/>
    <p:sldLayoutId id="2147484014" r:id="rId10"/>
    <p:sldLayoutId id="2147484013" r:id="rId11"/>
    <p:sldLayoutId id="2147484012" r:id="rId12"/>
    <p:sldLayoutId id="2147484015" r:id="rId13"/>
    <p:sldLayoutId id="2147484171" r:id="rId14"/>
    <p:sldLayoutId id="2147484078" r:id="rId15"/>
    <p:sldLayoutId id="2147484016" r:id="rId16"/>
    <p:sldLayoutId id="2147484017" r:id="rId17"/>
    <p:sldLayoutId id="2147484176" r:id="rId18"/>
    <p:sldLayoutId id="2147484018" r:id="rId19"/>
    <p:sldLayoutId id="2147484023" r:id="rId20"/>
    <p:sldLayoutId id="2147484052" r:id="rId21"/>
    <p:sldLayoutId id="2147484028" r:id="rId22"/>
    <p:sldLayoutId id="2147484029" r:id="rId23"/>
    <p:sldLayoutId id="2147484030" r:id="rId24"/>
    <p:sldLayoutId id="2147484031" r:id="rId25"/>
    <p:sldLayoutId id="2147484032" r:id="rId26"/>
    <p:sldLayoutId id="2147484033" r:id="rId27"/>
    <p:sldLayoutId id="2147484034" r:id="rId28"/>
    <p:sldLayoutId id="2147484035" r:id="rId29"/>
    <p:sldLayoutId id="2147484036" r:id="rId30"/>
    <p:sldLayoutId id="2147484037" r:id="rId31"/>
    <p:sldLayoutId id="2147484039" r:id="rId32"/>
    <p:sldLayoutId id="2147484038" r:id="rId33"/>
    <p:sldLayoutId id="2147484040" r:id="rId34"/>
    <p:sldLayoutId id="2147484053" r:id="rId35"/>
    <p:sldLayoutId id="2147484051" r:id="rId36"/>
    <p:sldLayoutId id="2147484050" r:id="rId37"/>
    <p:sldLayoutId id="2147484178" r:id="rId38"/>
    <p:sldLayoutId id="2147484175" r:id="rId39"/>
    <p:sldLayoutId id="2147484046" r:id="rId40"/>
    <p:sldLayoutId id="2147484065" r:id="rId41"/>
    <p:sldLayoutId id="2147484027" r:id="rId42"/>
    <p:sldLayoutId id="2147484048" r:id="rId43"/>
    <p:sldLayoutId id="2147484047" r:id="rId44"/>
    <p:sldLayoutId id="2147484090" r:id="rId45"/>
    <p:sldLayoutId id="2147484064" r:id="rId46"/>
  </p:sldLayoutIdLst>
  <p:hf hdr="0" dt="0"/>
  <p:txStyles>
    <p:titleStyle>
      <a:lvl1pPr algn="l" defTabSz="1097236" rtl="0" eaLnBrk="1" latinLnBrk="0" hangingPunct="1">
        <a:lnSpc>
          <a:spcPct val="90000"/>
        </a:lnSpc>
        <a:spcBef>
          <a:spcPct val="0"/>
        </a:spcBef>
        <a:buNone/>
        <a:defRPr lang="en-US" sz="2800" b="0" kern="1200" dirty="0">
          <a:solidFill>
            <a:schemeClr val="bg2"/>
          </a:solidFill>
          <a:latin typeface="+mj-lt"/>
          <a:ea typeface="+mj-ea"/>
          <a:cs typeface="Avenir Next World" panose="020B0503020202020204" pitchFamily="34" charset="0"/>
        </a:defRPr>
      </a:lvl1pPr>
    </p:titleStyle>
    <p:bodyStyle>
      <a:lvl1pPr marL="0" indent="0" algn="l" defTabSz="1097236" rtl="0" eaLnBrk="1" latinLnBrk="0" hangingPunct="1">
        <a:lnSpc>
          <a:spcPct val="110000"/>
        </a:lnSpc>
        <a:spcBef>
          <a:spcPts val="120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3" indent="-182873" algn="l" defTabSz="1097236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5746" indent="-182873" algn="l" defTabSz="1097236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–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48618" indent="-182873" algn="l" defTabSz="1097236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31491" indent="-182873" algn="l" defTabSz="1097236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017399" indent="-274309" algn="l" defTabSz="109723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17" indent="-274309" algn="l" defTabSz="109723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36" indent="-274309" algn="l" defTabSz="109723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254" indent="-274309" algn="l" defTabSz="109723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18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36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54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472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091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08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26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8945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08" userDrawn="1">
          <p15:clr>
            <a:srgbClr val="000000"/>
          </p15:clr>
        </p15:guide>
        <p15:guide id="4" pos="360" userDrawn="1">
          <p15:clr>
            <a:srgbClr val="000000"/>
          </p15:clr>
        </p15:guide>
        <p15:guide id="7" pos="1728" userDrawn="1">
          <p15:clr>
            <a:srgbClr val="000000"/>
          </p15:clr>
        </p15:guide>
        <p15:guide id="8" pos="3168" userDrawn="1">
          <p15:clr>
            <a:srgbClr val="000000"/>
          </p15:clr>
        </p15:guide>
        <p15:guide id="9" pos="6048" userDrawn="1">
          <p15:clr>
            <a:srgbClr val="000000"/>
          </p15:clr>
        </p15:guide>
        <p15:guide id="10" pos="7488" userDrawn="1">
          <p15:clr>
            <a:srgbClr val="000000"/>
          </p15:clr>
        </p15:guide>
        <p15:guide id="11" pos="449" userDrawn="1">
          <p15:clr>
            <a:srgbClr val="C35EA4"/>
          </p15:clr>
        </p15:guide>
        <p15:guide id="12" pos="8760" userDrawn="1">
          <p15:clr>
            <a:srgbClr val="C35EA4"/>
          </p15:clr>
        </p15:guide>
        <p15:guide id="13" orient="horz" pos="960" userDrawn="1">
          <p15:clr>
            <a:srgbClr val="000000"/>
          </p15:clr>
        </p15:guide>
        <p15:guide id="14" orient="horz" pos="768" userDrawn="1">
          <p15:clr>
            <a:srgbClr val="000000"/>
          </p15:clr>
        </p15:guide>
        <p15:guide id="15" orient="horz" pos="4638" userDrawn="1">
          <p15:clr>
            <a:srgbClr val="000000"/>
          </p15:clr>
        </p15:guide>
        <p15:guide id="16" orient="horz" pos="264" userDrawn="1">
          <p15:clr>
            <a:srgbClr val="000000"/>
          </p15:clr>
        </p15:guide>
        <p15:guide id="17" orient="horz" pos="4926" userDrawn="1">
          <p15:clr>
            <a:srgbClr val="000000"/>
          </p15:clr>
        </p15:guide>
        <p15:guide id="18" pos="1584" userDrawn="1">
          <p15:clr>
            <a:srgbClr val="C35EA4"/>
          </p15:clr>
        </p15:guide>
        <p15:guide id="19" pos="1872" userDrawn="1">
          <p15:clr>
            <a:srgbClr val="C35EA4"/>
          </p15:clr>
        </p15:guide>
        <p15:guide id="20" pos="3024" userDrawn="1">
          <p15:clr>
            <a:srgbClr val="C35EA4"/>
          </p15:clr>
        </p15:guide>
        <p15:guide id="21" pos="3312" userDrawn="1">
          <p15:clr>
            <a:srgbClr val="C35EA4"/>
          </p15:clr>
        </p15:guide>
        <p15:guide id="22" pos="4752" userDrawn="1">
          <p15:clr>
            <a:srgbClr val="C35EA4"/>
          </p15:clr>
        </p15:guide>
        <p15:guide id="23" pos="4464" userDrawn="1">
          <p15:clr>
            <a:srgbClr val="C35EA4"/>
          </p15:clr>
        </p15:guide>
        <p15:guide id="24" pos="6192" userDrawn="1">
          <p15:clr>
            <a:srgbClr val="C35EA4"/>
          </p15:clr>
        </p15:guide>
        <p15:guide id="25" pos="5904" userDrawn="1">
          <p15:clr>
            <a:srgbClr val="C35EA4"/>
          </p15:clr>
        </p15:guide>
        <p15:guide id="26" pos="7344" userDrawn="1">
          <p15:clr>
            <a:srgbClr val="C35EA4"/>
          </p15:clr>
        </p15:guide>
        <p15:guide id="27" pos="7632" userDrawn="1">
          <p15:clr>
            <a:srgbClr val="C35EA4"/>
          </p15:clr>
        </p15:guide>
        <p15:guide id="30" pos="8856" userDrawn="1">
          <p15:clr>
            <a:srgbClr val="000000"/>
          </p15:clr>
        </p15:guide>
        <p15:guide id="31" pos="2304" userDrawn="1">
          <p15:clr>
            <a:srgbClr val="F26B43"/>
          </p15:clr>
        </p15:guide>
        <p15:guide id="32" pos="2592" userDrawn="1">
          <p15:clr>
            <a:srgbClr val="F26B43"/>
          </p15:clr>
        </p15:guide>
        <p15:guide id="33" pos="6624" userDrawn="1">
          <p15:clr>
            <a:srgbClr val="F26B43"/>
          </p15:clr>
        </p15:guide>
        <p15:guide id="34" pos="691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2394" y="437625"/>
            <a:ext cx="13202836" cy="39857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Slide title goes here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5F53D9-B0A8-4B83-BFB8-7947796D5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2788" y="1524001"/>
            <a:ext cx="13202440" cy="56720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66D74C-F830-4415-A191-A6D50CA2A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14203" y="7595561"/>
            <a:ext cx="1401823" cy="230088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E2860EB-AF7A-716C-E799-E08D16D2D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5699" y="7666138"/>
            <a:ext cx="10525126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lang="en-US" sz="1000"/>
            </a:lvl1pPr>
          </a:lstStyle>
          <a:p>
            <a:r>
              <a:rPr lang="en-US"/>
              <a:t>Presentation title (edit on slide master)   |   Month ##, 20##   |   Internal use only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9783CAD-8B9A-2053-2F06-DF60B7D87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2790" y="7666138"/>
            <a:ext cx="304799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D0300D1-3F1C-4290-A0D1-7CD19DBD990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5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177" r:id="rId3"/>
  </p:sldLayoutIdLst>
  <p:hf hdr="0" dt="0"/>
  <p:txStyles>
    <p:titleStyle>
      <a:lvl1pPr algn="l" defTabSz="1097236" rtl="0" eaLnBrk="1" latinLnBrk="0" hangingPunct="1">
        <a:lnSpc>
          <a:spcPct val="90000"/>
        </a:lnSpc>
        <a:spcBef>
          <a:spcPct val="0"/>
        </a:spcBef>
        <a:buNone/>
        <a:defRPr lang="en-US" sz="2800" b="0" kern="1200" dirty="0">
          <a:solidFill>
            <a:schemeClr val="tx1"/>
          </a:solidFill>
          <a:latin typeface="+mj-lt"/>
          <a:ea typeface="+mj-ea"/>
          <a:cs typeface="Avenir Next World" panose="020B0503020202020204" pitchFamily="34" charset="0"/>
        </a:defRPr>
      </a:lvl1pPr>
    </p:titleStyle>
    <p:bodyStyle>
      <a:lvl1pPr marL="0" indent="0" algn="l" defTabSz="1097236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3" indent="-182873" algn="l" defTabSz="1097236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5746" indent="-182873" algn="l" defTabSz="1097236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48618" indent="-182873" algn="l" defTabSz="1097236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31491" indent="-182873" algn="l" defTabSz="1097236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017399" indent="-274309" algn="l" defTabSz="109723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17" indent="-274309" algn="l" defTabSz="109723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36" indent="-274309" algn="l" defTabSz="109723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254" indent="-274309" algn="l" defTabSz="109723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18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36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54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472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091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08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26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8945" algn="l" defTabSz="109723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08">
          <p15:clr>
            <a:srgbClr val="A4A3A4"/>
          </p15:clr>
        </p15:guide>
        <p15:guide id="4" pos="360">
          <p15:clr>
            <a:srgbClr val="A4A3A4"/>
          </p15:clr>
        </p15:guide>
        <p15:guide id="7" pos="1728">
          <p15:clr>
            <a:srgbClr val="A4A3A4"/>
          </p15:clr>
        </p15:guide>
        <p15:guide id="8" pos="3168">
          <p15:clr>
            <a:srgbClr val="A4A3A4"/>
          </p15:clr>
        </p15:guide>
        <p15:guide id="9" pos="6048">
          <p15:clr>
            <a:srgbClr val="A4A3A4"/>
          </p15:clr>
        </p15:guide>
        <p15:guide id="10" pos="7488">
          <p15:clr>
            <a:srgbClr val="A4A3A4"/>
          </p15:clr>
        </p15:guide>
        <p15:guide id="11" pos="449">
          <p15:clr>
            <a:srgbClr val="5ACBF0"/>
          </p15:clr>
        </p15:guide>
        <p15:guide id="12" pos="8766">
          <p15:clr>
            <a:srgbClr val="5ACBF0"/>
          </p15:clr>
        </p15:guide>
        <p15:guide id="13" orient="horz" pos="960">
          <p15:clr>
            <a:srgbClr val="A4A3A4"/>
          </p15:clr>
        </p15:guide>
        <p15:guide id="14" orient="horz" pos="768">
          <p15:clr>
            <a:srgbClr val="A4A3A4"/>
          </p15:clr>
        </p15:guide>
        <p15:guide id="15" orient="horz" pos="4638">
          <p15:clr>
            <a:srgbClr val="A4A3A4"/>
          </p15:clr>
        </p15:guide>
        <p15:guide id="16" orient="horz" pos="264">
          <p15:clr>
            <a:srgbClr val="A4A3A4"/>
          </p15:clr>
        </p15:guide>
        <p15:guide id="17" orient="horz" pos="4926">
          <p15:clr>
            <a:srgbClr val="A4A3A4"/>
          </p15:clr>
        </p15:guide>
        <p15:guide id="18" pos="1584">
          <p15:clr>
            <a:srgbClr val="5ACBF0"/>
          </p15:clr>
        </p15:guide>
        <p15:guide id="19" pos="1872">
          <p15:clr>
            <a:srgbClr val="5ACBF0"/>
          </p15:clr>
        </p15:guide>
        <p15:guide id="20" pos="3024">
          <p15:clr>
            <a:srgbClr val="5ACBF0"/>
          </p15:clr>
        </p15:guide>
        <p15:guide id="21" pos="3312">
          <p15:clr>
            <a:srgbClr val="5ACBF0"/>
          </p15:clr>
        </p15:guide>
        <p15:guide id="22" pos="4752">
          <p15:clr>
            <a:srgbClr val="5ACBF0"/>
          </p15:clr>
        </p15:guide>
        <p15:guide id="23" pos="4464">
          <p15:clr>
            <a:srgbClr val="5ACBF0"/>
          </p15:clr>
        </p15:guide>
        <p15:guide id="24" pos="6192">
          <p15:clr>
            <a:srgbClr val="5ACBF0"/>
          </p15:clr>
        </p15:guide>
        <p15:guide id="25" pos="5904">
          <p15:clr>
            <a:srgbClr val="5ACBF0"/>
          </p15:clr>
        </p15:guide>
        <p15:guide id="26" pos="7344">
          <p15:clr>
            <a:srgbClr val="5ACBF0"/>
          </p15:clr>
        </p15:guide>
        <p15:guide id="27" pos="7632">
          <p15:clr>
            <a:srgbClr val="5ACBF0"/>
          </p15:clr>
        </p15:guide>
        <p15:guide id="30" pos="8856">
          <p15:clr>
            <a:srgbClr val="A4A3A4"/>
          </p15:clr>
        </p15:guide>
        <p15:guide id="31" pos="2304">
          <p15:clr>
            <a:srgbClr val="FBAE40"/>
          </p15:clr>
        </p15:guide>
        <p15:guide id="32" pos="2592">
          <p15:clr>
            <a:srgbClr val="FBAE40"/>
          </p15:clr>
        </p15:guide>
        <p15:guide id="33" pos="6624">
          <p15:clr>
            <a:srgbClr val="FBAE40"/>
          </p15:clr>
        </p15:guide>
        <p15:guide id="34" pos="6912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white circle&#10;&#10;AI-generated content may be incorrect.">
            <a:extLst>
              <a:ext uri="{FF2B5EF4-FFF2-40B4-BE49-F238E27FC236}">
                <a16:creationId xmlns:a16="http://schemas.microsoft.com/office/drawing/2014/main" id="{3E77F20C-0D12-A880-EEF2-808CA5C12A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947"/>
          <a:stretch/>
        </p:blipFill>
        <p:spPr>
          <a:xfrm>
            <a:off x="-1" y="-1"/>
            <a:ext cx="14630401" cy="8307659"/>
          </a:xfrm>
          <a:prstGeom prst="rect">
            <a:avLst/>
          </a:prstGeo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6DEDD363-12BC-77C5-20CD-941E5AA55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6" y="3229893"/>
            <a:ext cx="12398095" cy="1281644"/>
          </a:xfrm>
        </p:spPr>
        <p:txBody>
          <a:bodyPr/>
          <a:lstStyle/>
          <a:p>
            <a:r>
              <a:rPr lang="en-US"/>
              <a:t>NCAT Hackathon 2025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82DC6C1-7E76-483A-F492-42B8AFC6D1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5661" y="7367663"/>
            <a:ext cx="6459538" cy="246221"/>
          </a:xfrm>
        </p:spPr>
        <p:txBody>
          <a:bodyPr/>
          <a:lstStyle/>
          <a:p>
            <a:r>
              <a:rPr lang="en-US" dirty="0"/>
              <a:t>November 2025</a:t>
            </a:r>
          </a:p>
        </p:txBody>
      </p:sp>
      <p:sp>
        <p:nvSpPr>
          <p:cNvPr id="9" name="Graphic 6">
            <a:extLst>
              <a:ext uri="{FF2B5EF4-FFF2-40B4-BE49-F238E27FC236}">
                <a16:creationId xmlns:a16="http://schemas.microsoft.com/office/drawing/2014/main" id="{90866ABD-DC45-4CC7-DF41-91423FC9F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787" y="675821"/>
            <a:ext cx="3886407" cy="638523"/>
          </a:xfrm>
          <a:custGeom>
            <a:avLst/>
            <a:gdLst>
              <a:gd name="connsiteX0" fmla="*/ 1270662 w 1400462"/>
              <a:gd name="connsiteY0" fmla="*/ 145234 h 230091"/>
              <a:gd name="connsiteX1" fmla="*/ 1356760 w 1400462"/>
              <a:gd name="connsiteY1" fmla="*/ 60378 h 230091"/>
              <a:gd name="connsiteX2" fmla="*/ 1400463 w 1400462"/>
              <a:gd name="connsiteY2" fmla="*/ 70820 h 230091"/>
              <a:gd name="connsiteX3" fmla="*/ 1400463 w 1400462"/>
              <a:gd name="connsiteY3" fmla="*/ 106721 h 230091"/>
              <a:gd name="connsiteX4" fmla="*/ 1399482 w 1400462"/>
              <a:gd name="connsiteY4" fmla="*/ 106721 h 230091"/>
              <a:gd name="connsiteX5" fmla="*/ 1359698 w 1400462"/>
              <a:gd name="connsiteY5" fmla="*/ 95625 h 230091"/>
              <a:gd name="connsiteX6" fmla="*/ 1312081 w 1400462"/>
              <a:gd name="connsiteY6" fmla="*/ 145234 h 230091"/>
              <a:gd name="connsiteX7" fmla="*/ 1359698 w 1400462"/>
              <a:gd name="connsiteY7" fmla="*/ 194841 h 230091"/>
              <a:gd name="connsiteX8" fmla="*/ 1399482 w 1400462"/>
              <a:gd name="connsiteY8" fmla="*/ 183747 h 230091"/>
              <a:gd name="connsiteX9" fmla="*/ 1400463 w 1400462"/>
              <a:gd name="connsiteY9" fmla="*/ 183747 h 230091"/>
              <a:gd name="connsiteX10" fmla="*/ 1400463 w 1400462"/>
              <a:gd name="connsiteY10" fmla="*/ 219649 h 230091"/>
              <a:gd name="connsiteX11" fmla="*/ 1356760 w 1400462"/>
              <a:gd name="connsiteY11" fmla="*/ 230092 h 230091"/>
              <a:gd name="connsiteX12" fmla="*/ 1270662 w 1400462"/>
              <a:gd name="connsiteY12" fmla="*/ 145234 h 230091"/>
              <a:gd name="connsiteX13" fmla="*/ 1266753 w 1400462"/>
              <a:gd name="connsiteY13" fmla="*/ 226827 h 230091"/>
              <a:gd name="connsiteX14" fmla="*/ 1246856 w 1400462"/>
              <a:gd name="connsiteY14" fmla="*/ 229105 h 230091"/>
              <a:gd name="connsiteX15" fmla="*/ 1199245 w 1400462"/>
              <a:gd name="connsiteY15" fmla="*/ 182768 h 230091"/>
              <a:gd name="connsiteX16" fmla="*/ 1199245 w 1400462"/>
              <a:gd name="connsiteY16" fmla="*/ 63642 h 230091"/>
              <a:gd name="connsiteX17" fmla="*/ 1240010 w 1400462"/>
              <a:gd name="connsiteY17" fmla="*/ 63642 h 230091"/>
              <a:gd name="connsiteX18" fmla="*/ 1240010 w 1400462"/>
              <a:gd name="connsiteY18" fmla="*/ 179828 h 230091"/>
              <a:gd name="connsiteX19" fmla="*/ 1256318 w 1400462"/>
              <a:gd name="connsiteY19" fmla="*/ 195822 h 230091"/>
              <a:gd name="connsiteX20" fmla="*/ 1265779 w 1400462"/>
              <a:gd name="connsiteY20" fmla="*/ 194841 h 230091"/>
              <a:gd name="connsiteX21" fmla="*/ 1266753 w 1400462"/>
              <a:gd name="connsiteY21" fmla="*/ 194841 h 230091"/>
              <a:gd name="connsiteX22" fmla="*/ 1266753 w 1400462"/>
              <a:gd name="connsiteY22" fmla="*/ 226827 h 230091"/>
              <a:gd name="connsiteX23" fmla="*/ 1244250 w 1400462"/>
              <a:gd name="connsiteY23" fmla="*/ 23824 h 230091"/>
              <a:gd name="connsiteX24" fmla="*/ 1220119 w 1400462"/>
              <a:gd name="connsiteY24" fmla="*/ 47974 h 230091"/>
              <a:gd name="connsiteX25" fmla="*/ 1196308 w 1400462"/>
              <a:gd name="connsiteY25" fmla="*/ 23824 h 230091"/>
              <a:gd name="connsiteX26" fmla="*/ 1220119 w 1400462"/>
              <a:gd name="connsiteY26" fmla="*/ 0 h 230091"/>
              <a:gd name="connsiteX27" fmla="*/ 1244250 w 1400462"/>
              <a:gd name="connsiteY27" fmla="*/ 23824 h 230091"/>
              <a:gd name="connsiteX28" fmla="*/ 1062272 w 1400462"/>
              <a:gd name="connsiteY28" fmla="*/ 135769 h 230091"/>
              <a:gd name="connsiteX29" fmla="*/ 1098471 w 1400462"/>
              <a:gd name="connsiteY29" fmla="*/ 94319 h 230091"/>
              <a:gd name="connsiteX30" fmla="*/ 1132392 w 1400462"/>
              <a:gd name="connsiteY30" fmla="*/ 135769 h 230091"/>
              <a:gd name="connsiteX31" fmla="*/ 1132392 w 1400462"/>
              <a:gd name="connsiteY31" fmla="*/ 226827 h 230091"/>
              <a:gd name="connsiteX32" fmla="*/ 1172831 w 1400462"/>
              <a:gd name="connsiteY32" fmla="*/ 226827 h 230091"/>
              <a:gd name="connsiteX33" fmla="*/ 1172831 w 1400462"/>
              <a:gd name="connsiteY33" fmla="*/ 134137 h 230091"/>
              <a:gd name="connsiteX34" fmla="*/ 1108587 w 1400462"/>
              <a:gd name="connsiteY34" fmla="*/ 60378 h 230091"/>
              <a:gd name="connsiteX35" fmla="*/ 1060647 w 1400462"/>
              <a:gd name="connsiteY35" fmla="*/ 89752 h 230091"/>
              <a:gd name="connsiteX36" fmla="*/ 1060647 w 1400462"/>
              <a:gd name="connsiteY36" fmla="*/ 63642 h 230091"/>
              <a:gd name="connsiteX37" fmla="*/ 1021833 w 1400462"/>
              <a:gd name="connsiteY37" fmla="*/ 63642 h 230091"/>
              <a:gd name="connsiteX38" fmla="*/ 1021833 w 1400462"/>
              <a:gd name="connsiteY38" fmla="*/ 226827 h 230091"/>
              <a:gd name="connsiteX39" fmla="*/ 1062272 w 1400462"/>
              <a:gd name="connsiteY39" fmla="*/ 226827 h 230091"/>
              <a:gd name="connsiteX40" fmla="*/ 1062272 w 1400462"/>
              <a:gd name="connsiteY40" fmla="*/ 135769 h 230091"/>
              <a:gd name="connsiteX41" fmla="*/ 914768 w 1400462"/>
              <a:gd name="connsiteY41" fmla="*/ 195169 h 230091"/>
              <a:gd name="connsiteX42" fmla="*/ 958793 w 1400462"/>
              <a:gd name="connsiteY42" fmla="*/ 145234 h 230091"/>
              <a:gd name="connsiteX43" fmla="*/ 914768 w 1400462"/>
              <a:gd name="connsiteY43" fmla="*/ 95297 h 230091"/>
              <a:gd name="connsiteX44" fmla="*/ 870411 w 1400462"/>
              <a:gd name="connsiteY44" fmla="*/ 145234 h 230091"/>
              <a:gd name="connsiteX45" fmla="*/ 914768 w 1400462"/>
              <a:gd name="connsiteY45" fmla="*/ 195169 h 230091"/>
              <a:gd name="connsiteX46" fmla="*/ 914768 w 1400462"/>
              <a:gd name="connsiteY46" fmla="*/ 230092 h 230091"/>
              <a:gd name="connsiteX47" fmla="*/ 828995 w 1400462"/>
              <a:gd name="connsiteY47" fmla="*/ 145234 h 230091"/>
              <a:gd name="connsiteX48" fmla="*/ 914768 w 1400462"/>
              <a:gd name="connsiteY48" fmla="*/ 60378 h 230091"/>
              <a:gd name="connsiteX49" fmla="*/ 1000212 w 1400462"/>
              <a:gd name="connsiteY49" fmla="*/ 145234 h 230091"/>
              <a:gd name="connsiteX50" fmla="*/ 914768 w 1400462"/>
              <a:gd name="connsiteY50" fmla="*/ 230092 h 230091"/>
              <a:gd name="connsiteX51" fmla="*/ 773880 w 1400462"/>
              <a:gd name="connsiteY51" fmla="*/ 141318 h 230091"/>
              <a:gd name="connsiteX52" fmla="*/ 813670 w 1400462"/>
              <a:gd name="connsiteY52" fmla="*/ 100192 h 230091"/>
              <a:gd name="connsiteX53" fmla="*/ 827689 w 1400462"/>
              <a:gd name="connsiteY53" fmla="*/ 102154 h 230091"/>
              <a:gd name="connsiteX54" fmla="*/ 828343 w 1400462"/>
              <a:gd name="connsiteY54" fmla="*/ 102154 h 230091"/>
              <a:gd name="connsiteX55" fmla="*/ 828343 w 1400462"/>
              <a:gd name="connsiteY55" fmla="*/ 64293 h 230091"/>
              <a:gd name="connsiteX56" fmla="*/ 812361 w 1400462"/>
              <a:gd name="connsiteY56" fmla="*/ 61682 h 230091"/>
              <a:gd name="connsiteX57" fmla="*/ 772251 w 1400462"/>
              <a:gd name="connsiteY57" fmla="*/ 93341 h 230091"/>
              <a:gd name="connsiteX58" fmla="*/ 772251 w 1400462"/>
              <a:gd name="connsiteY58" fmla="*/ 63642 h 230091"/>
              <a:gd name="connsiteX59" fmla="*/ 733441 w 1400462"/>
              <a:gd name="connsiteY59" fmla="*/ 63642 h 230091"/>
              <a:gd name="connsiteX60" fmla="*/ 733441 w 1400462"/>
              <a:gd name="connsiteY60" fmla="*/ 226827 h 230091"/>
              <a:gd name="connsiteX61" fmla="*/ 773880 w 1400462"/>
              <a:gd name="connsiteY61" fmla="*/ 226827 h 230091"/>
              <a:gd name="connsiteX62" fmla="*/ 773880 w 1400462"/>
              <a:gd name="connsiteY62" fmla="*/ 141318 h 230091"/>
              <a:gd name="connsiteX63" fmla="*/ 505483 w 1400462"/>
              <a:gd name="connsiteY63" fmla="*/ 195822 h 230091"/>
              <a:gd name="connsiteX64" fmla="*/ 548205 w 1400462"/>
              <a:gd name="connsiteY64" fmla="*/ 144907 h 230091"/>
              <a:gd name="connsiteX65" fmla="*/ 505483 w 1400462"/>
              <a:gd name="connsiteY65" fmla="*/ 94319 h 230091"/>
              <a:gd name="connsiteX66" fmla="*/ 463413 w 1400462"/>
              <a:gd name="connsiteY66" fmla="*/ 144907 h 230091"/>
              <a:gd name="connsiteX67" fmla="*/ 505483 w 1400462"/>
              <a:gd name="connsiteY67" fmla="*/ 195822 h 230091"/>
              <a:gd name="connsiteX68" fmla="*/ 690393 w 1400462"/>
              <a:gd name="connsiteY68" fmla="*/ 230092 h 230091"/>
              <a:gd name="connsiteX69" fmla="*/ 631689 w 1400462"/>
              <a:gd name="connsiteY69" fmla="*/ 173627 h 230091"/>
              <a:gd name="connsiteX70" fmla="*/ 631689 w 1400462"/>
              <a:gd name="connsiteY70" fmla="*/ 96603 h 230091"/>
              <a:gd name="connsiteX71" fmla="*/ 586690 w 1400462"/>
              <a:gd name="connsiteY71" fmla="*/ 96603 h 230091"/>
              <a:gd name="connsiteX72" fmla="*/ 586690 w 1400462"/>
              <a:gd name="connsiteY72" fmla="*/ 178522 h 230091"/>
              <a:gd name="connsiteX73" fmla="*/ 601037 w 1400462"/>
              <a:gd name="connsiteY73" fmla="*/ 195495 h 230091"/>
              <a:gd name="connsiteX74" fmla="*/ 608864 w 1400462"/>
              <a:gd name="connsiteY74" fmla="*/ 194841 h 230091"/>
              <a:gd name="connsiteX75" fmla="*/ 609844 w 1400462"/>
              <a:gd name="connsiteY75" fmla="*/ 194841 h 230091"/>
              <a:gd name="connsiteX76" fmla="*/ 609844 w 1400462"/>
              <a:gd name="connsiteY76" fmla="*/ 226827 h 230091"/>
              <a:gd name="connsiteX77" fmla="*/ 592230 w 1400462"/>
              <a:gd name="connsiteY77" fmla="*/ 228781 h 230091"/>
              <a:gd name="connsiteX78" fmla="*/ 550489 w 1400462"/>
              <a:gd name="connsiteY78" fmla="*/ 201697 h 230091"/>
              <a:gd name="connsiteX79" fmla="*/ 497009 w 1400462"/>
              <a:gd name="connsiteY79" fmla="*/ 230092 h 230091"/>
              <a:gd name="connsiteX80" fmla="*/ 421997 w 1400462"/>
              <a:gd name="connsiteY80" fmla="*/ 144907 h 230091"/>
              <a:gd name="connsiteX81" fmla="*/ 497009 w 1400462"/>
              <a:gd name="connsiteY81" fmla="*/ 60378 h 230091"/>
              <a:gd name="connsiteX82" fmla="*/ 546248 w 1400462"/>
              <a:gd name="connsiteY82" fmla="*/ 82571 h 230091"/>
              <a:gd name="connsiteX83" fmla="*/ 546248 w 1400462"/>
              <a:gd name="connsiteY83" fmla="*/ 1631 h 230091"/>
              <a:gd name="connsiteX84" fmla="*/ 586690 w 1400462"/>
              <a:gd name="connsiteY84" fmla="*/ 1631 h 230091"/>
              <a:gd name="connsiteX85" fmla="*/ 586690 w 1400462"/>
              <a:gd name="connsiteY85" fmla="*/ 63642 h 230091"/>
              <a:gd name="connsiteX86" fmla="*/ 631689 w 1400462"/>
              <a:gd name="connsiteY86" fmla="*/ 63642 h 230091"/>
              <a:gd name="connsiteX87" fmla="*/ 631689 w 1400462"/>
              <a:gd name="connsiteY87" fmla="*/ 24802 h 230091"/>
              <a:gd name="connsiteX88" fmla="*/ 672128 w 1400462"/>
              <a:gd name="connsiteY88" fmla="*/ 24802 h 230091"/>
              <a:gd name="connsiteX89" fmla="*/ 672128 w 1400462"/>
              <a:gd name="connsiteY89" fmla="*/ 63642 h 230091"/>
              <a:gd name="connsiteX90" fmla="*/ 715508 w 1400462"/>
              <a:gd name="connsiteY90" fmla="*/ 63642 h 230091"/>
              <a:gd name="connsiteX91" fmla="*/ 715508 w 1400462"/>
              <a:gd name="connsiteY91" fmla="*/ 96603 h 230091"/>
              <a:gd name="connsiteX92" fmla="*/ 672128 w 1400462"/>
              <a:gd name="connsiteY92" fmla="*/ 96603 h 230091"/>
              <a:gd name="connsiteX93" fmla="*/ 672128 w 1400462"/>
              <a:gd name="connsiteY93" fmla="*/ 171669 h 230091"/>
              <a:gd name="connsiteX94" fmla="*/ 695943 w 1400462"/>
              <a:gd name="connsiteY94" fmla="*/ 195822 h 230091"/>
              <a:gd name="connsiteX95" fmla="*/ 714527 w 1400462"/>
              <a:gd name="connsiteY95" fmla="*/ 193538 h 230091"/>
              <a:gd name="connsiteX96" fmla="*/ 715508 w 1400462"/>
              <a:gd name="connsiteY96" fmla="*/ 193538 h 230091"/>
              <a:gd name="connsiteX97" fmla="*/ 715508 w 1400462"/>
              <a:gd name="connsiteY97" fmla="*/ 226827 h 230091"/>
              <a:gd name="connsiteX98" fmla="*/ 690393 w 1400462"/>
              <a:gd name="connsiteY98" fmla="*/ 230092 h 230091"/>
              <a:gd name="connsiteX99" fmla="*/ 0 w 1400462"/>
              <a:gd name="connsiteY99" fmla="*/ 226822 h 230091"/>
              <a:gd name="connsiteX100" fmla="*/ 40113 w 1400462"/>
              <a:gd name="connsiteY100" fmla="*/ 226822 h 230091"/>
              <a:gd name="connsiteX101" fmla="*/ 47614 w 1400462"/>
              <a:gd name="connsiteY101" fmla="*/ 86161 h 230091"/>
              <a:gd name="connsiteX102" fmla="*/ 49244 w 1400462"/>
              <a:gd name="connsiteY102" fmla="*/ 47977 h 230091"/>
              <a:gd name="connsiteX103" fmla="*/ 49897 w 1400462"/>
              <a:gd name="connsiteY103" fmla="*/ 47977 h 230091"/>
              <a:gd name="connsiteX104" fmla="*/ 58379 w 1400462"/>
              <a:gd name="connsiteY104" fmla="*/ 86161 h 230091"/>
              <a:gd name="connsiteX105" fmla="*/ 90991 w 1400462"/>
              <a:gd name="connsiteY105" fmla="*/ 226822 h 230091"/>
              <a:gd name="connsiteX106" fmla="*/ 141211 w 1400462"/>
              <a:gd name="connsiteY106" fmla="*/ 226822 h 230091"/>
              <a:gd name="connsiteX107" fmla="*/ 174152 w 1400462"/>
              <a:gd name="connsiteY107" fmla="*/ 86161 h 230091"/>
              <a:gd name="connsiteX108" fmla="*/ 182304 w 1400462"/>
              <a:gd name="connsiteY108" fmla="*/ 47977 h 230091"/>
              <a:gd name="connsiteX109" fmla="*/ 182954 w 1400462"/>
              <a:gd name="connsiteY109" fmla="*/ 47977 h 230091"/>
              <a:gd name="connsiteX110" fmla="*/ 184585 w 1400462"/>
              <a:gd name="connsiteY110" fmla="*/ 86161 h 230091"/>
              <a:gd name="connsiteX111" fmla="*/ 192413 w 1400462"/>
              <a:gd name="connsiteY111" fmla="*/ 226822 h 230091"/>
              <a:gd name="connsiteX112" fmla="*/ 234156 w 1400462"/>
              <a:gd name="connsiteY112" fmla="*/ 226822 h 230091"/>
              <a:gd name="connsiteX113" fmla="*/ 220457 w 1400462"/>
              <a:gd name="connsiteY113" fmla="*/ 1635 h 230091"/>
              <a:gd name="connsiteX114" fmla="*/ 153928 w 1400462"/>
              <a:gd name="connsiteY114" fmla="*/ 1635 h 230091"/>
              <a:gd name="connsiteX115" fmla="*/ 123928 w 1400462"/>
              <a:gd name="connsiteY115" fmla="*/ 136746 h 230091"/>
              <a:gd name="connsiteX116" fmla="*/ 117404 w 1400462"/>
              <a:gd name="connsiteY116" fmla="*/ 171015 h 230091"/>
              <a:gd name="connsiteX117" fmla="*/ 116752 w 1400462"/>
              <a:gd name="connsiteY117" fmla="*/ 171015 h 230091"/>
              <a:gd name="connsiteX118" fmla="*/ 109901 w 1400462"/>
              <a:gd name="connsiteY118" fmla="*/ 136746 h 230091"/>
              <a:gd name="connsiteX119" fmla="*/ 79901 w 1400462"/>
              <a:gd name="connsiteY119" fmla="*/ 1635 h 230091"/>
              <a:gd name="connsiteX120" fmla="*/ 13372 w 1400462"/>
              <a:gd name="connsiteY120" fmla="*/ 1635 h 230091"/>
              <a:gd name="connsiteX121" fmla="*/ 0 w 1400462"/>
              <a:gd name="connsiteY121" fmla="*/ 226822 h 230091"/>
              <a:gd name="connsiteX122" fmla="*/ 406676 w 1400462"/>
              <a:gd name="connsiteY122" fmla="*/ 142296 h 230091"/>
              <a:gd name="connsiteX123" fmla="*/ 404715 w 1400462"/>
              <a:gd name="connsiteY123" fmla="*/ 164817 h 230091"/>
              <a:gd name="connsiteX124" fmla="*/ 287310 w 1400462"/>
              <a:gd name="connsiteY124" fmla="*/ 164817 h 230091"/>
              <a:gd name="connsiteX125" fmla="*/ 339487 w 1400462"/>
              <a:gd name="connsiteY125" fmla="*/ 196473 h 230091"/>
              <a:gd name="connsiteX126" fmla="*/ 339905 w 1400462"/>
              <a:gd name="connsiteY126" fmla="*/ 196461 h 230091"/>
              <a:gd name="connsiteX127" fmla="*/ 340225 w 1400462"/>
              <a:gd name="connsiteY127" fmla="*/ 196454 h 230091"/>
              <a:gd name="connsiteX128" fmla="*/ 346040 w 1400462"/>
              <a:gd name="connsiteY128" fmla="*/ 196281 h 230091"/>
              <a:gd name="connsiteX129" fmla="*/ 349137 w 1400462"/>
              <a:gd name="connsiteY129" fmla="*/ 196070 h 230091"/>
              <a:gd name="connsiteX130" fmla="*/ 351545 w 1400462"/>
              <a:gd name="connsiteY130" fmla="*/ 195855 h 230091"/>
              <a:gd name="connsiteX131" fmla="*/ 388346 w 1400462"/>
              <a:gd name="connsiteY131" fmla="*/ 185700 h 230091"/>
              <a:gd name="connsiteX132" fmla="*/ 391013 w 1400462"/>
              <a:gd name="connsiteY132" fmla="*/ 184400 h 230091"/>
              <a:gd name="connsiteX133" fmla="*/ 391022 w 1400462"/>
              <a:gd name="connsiteY133" fmla="*/ 184400 h 230091"/>
              <a:gd name="connsiteX134" fmla="*/ 397779 w 1400462"/>
              <a:gd name="connsiteY134" fmla="*/ 180663 h 230091"/>
              <a:gd name="connsiteX135" fmla="*/ 398779 w 1400462"/>
              <a:gd name="connsiteY135" fmla="*/ 180663 h 230091"/>
              <a:gd name="connsiteX136" fmla="*/ 398779 w 1400462"/>
              <a:gd name="connsiteY136" fmla="*/ 213695 h 230091"/>
              <a:gd name="connsiteX137" fmla="*/ 339905 w 1400462"/>
              <a:gd name="connsiteY137" fmla="*/ 230092 h 230091"/>
              <a:gd name="connsiteX138" fmla="*/ 339905 w 1400462"/>
              <a:gd name="connsiteY138" fmla="*/ 230014 h 230091"/>
              <a:gd name="connsiteX139" fmla="*/ 337533 w 1400462"/>
              <a:gd name="connsiteY139" fmla="*/ 230092 h 230091"/>
              <a:gd name="connsiteX140" fmla="*/ 246220 w 1400462"/>
              <a:gd name="connsiteY140" fmla="*/ 147517 h 230091"/>
              <a:gd name="connsiteX141" fmla="*/ 327749 w 1400462"/>
              <a:gd name="connsiteY141" fmla="*/ 60378 h 230091"/>
              <a:gd name="connsiteX142" fmla="*/ 406676 w 1400462"/>
              <a:gd name="connsiteY142" fmla="*/ 142296 h 230091"/>
              <a:gd name="connsiteX143" fmla="*/ 368188 w 1400462"/>
              <a:gd name="connsiteY143" fmla="*/ 133159 h 230091"/>
              <a:gd name="connsiteX144" fmla="*/ 327749 w 1400462"/>
              <a:gd name="connsiteY144" fmla="*/ 94319 h 230091"/>
              <a:gd name="connsiteX145" fmla="*/ 286657 w 1400462"/>
              <a:gd name="connsiteY145" fmla="*/ 133159 h 230091"/>
              <a:gd name="connsiteX146" fmla="*/ 368188 w 1400462"/>
              <a:gd name="connsiteY146" fmla="*/ 133159 h 2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1400462" h="230091">
                <a:moveTo>
                  <a:pt x="1270662" y="145234"/>
                </a:moveTo>
                <a:cubicBezTo>
                  <a:pt x="1270662" y="97582"/>
                  <a:pt x="1305231" y="60378"/>
                  <a:pt x="1356760" y="60378"/>
                </a:cubicBezTo>
                <a:cubicBezTo>
                  <a:pt x="1371436" y="60378"/>
                  <a:pt x="1388070" y="63966"/>
                  <a:pt x="1400463" y="70820"/>
                </a:cubicBezTo>
                <a:lnTo>
                  <a:pt x="1400463" y="106721"/>
                </a:lnTo>
                <a:lnTo>
                  <a:pt x="1399482" y="106721"/>
                </a:lnTo>
                <a:cubicBezTo>
                  <a:pt x="1386767" y="99214"/>
                  <a:pt x="1374042" y="95625"/>
                  <a:pt x="1359698" y="95625"/>
                </a:cubicBezTo>
                <a:cubicBezTo>
                  <a:pt x="1328714" y="95625"/>
                  <a:pt x="1312081" y="116840"/>
                  <a:pt x="1312081" y="145234"/>
                </a:cubicBezTo>
                <a:cubicBezTo>
                  <a:pt x="1312081" y="173627"/>
                  <a:pt x="1328714" y="194841"/>
                  <a:pt x="1359698" y="194841"/>
                </a:cubicBezTo>
                <a:cubicBezTo>
                  <a:pt x="1374042" y="194841"/>
                  <a:pt x="1386767" y="191252"/>
                  <a:pt x="1399482" y="183747"/>
                </a:cubicBezTo>
                <a:lnTo>
                  <a:pt x="1400463" y="183747"/>
                </a:lnTo>
                <a:lnTo>
                  <a:pt x="1400463" y="219649"/>
                </a:lnTo>
                <a:cubicBezTo>
                  <a:pt x="1388070" y="226502"/>
                  <a:pt x="1371436" y="230092"/>
                  <a:pt x="1356760" y="230092"/>
                </a:cubicBezTo>
                <a:cubicBezTo>
                  <a:pt x="1305231" y="230092"/>
                  <a:pt x="1270662" y="192884"/>
                  <a:pt x="1270662" y="145234"/>
                </a:cubicBezTo>
                <a:moveTo>
                  <a:pt x="1266753" y="226827"/>
                </a:moveTo>
                <a:cubicBezTo>
                  <a:pt x="1260558" y="228132"/>
                  <a:pt x="1253380" y="229105"/>
                  <a:pt x="1246856" y="229105"/>
                </a:cubicBezTo>
                <a:cubicBezTo>
                  <a:pt x="1215879" y="229105"/>
                  <a:pt x="1199245" y="212790"/>
                  <a:pt x="1199245" y="182768"/>
                </a:cubicBezTo>
                <a:lnTo>
                  <a:pt x="1199245" y="63642"/>
                </a:lnTo>
                <a:lnTo>
                  <a:pt x="1240010" y="63642"/>
                </a:lnTo>
                <a:lnTo>
                  <a:pt x="1240010" y="179828"/>
                </a:lnTo>
                <a:cubicBezTo>
                  <a:pt x="1240010" y="190598"/>
                  <a:pt x="1245228" y="195822"/>
                  <a:pt x="1256318" y="195822"/>
                </a:cubicBezTo>
                <a:cubicBezTo>
                  <a:pt x="1258923" y="195822"/>
                  <a:pt x="1262187" y="195495"/>
                  <a:pt x="1265779" y="194841"/>
                </a:cubicBezTo>
                <a:lnTo>
                  <a:pt x="1266753" y="194841"/>
                </a:lnTo>
                <a:lnTo>
                  <a:pt x="1266753" y="226827"/>
                </a:lnTo>
                <a:close/>
                <a:moveTo>
                  <a:pt x="1244250" y="23824"/>
                </a:moveTo>
                <a:cubicBezTo>
                  <a:pt x="1244250" y="36878"/>
                  <a:pt x="1233815" y="47974"/>
                  <a:pt x="1220119" y="47974"/>
                </a:cubicBezTo>
                <a:cubicBezTo>
                  <a:pt x="1207072" y="47974"/>
                  <a:pt x="1196308" y="36878"/>
                  <a:pt x="1196308" y="23824"/>
                </a:cubicBezTo>
                <a:cubicBezTo>
                  <a:pt x="1196308" y="10768"/>
                  <a:pt x="1207072" y="0"/>
                  <a:pt x="1220119" y="0"/>
                </a:cubicBezTo>
                <a:cubicBezTo>
                  <a:pt x="1233815" y="0"/>
                  <a:pt x="1244250" y="10768"/>
                  <a:pt x="1244250" y="23824"/>
                </a:cubicBezTo>
                <a:moveTo>
                  <a:pt x="1062272" y="135769"/>
                </a:moveTo>
                <a:cubicBezTo>
                  <a:pt x="1062272" y="110638"/>
                  <a:pt x="1074997" y="94319"/>
                  <a:pt x="1098471" y="94319"/>
                </a:cubicBezTo>
                <a:cubicBezTo>
                  <a:pt x="1121628" y="94319"/>
                  <a:pt x="1132392" y="109659"/>
                  <a:pt x="1132392" y="135769"/>
                </a:cubicBezTo>
                <a:lnTo>
                  <a:pt x="1132392" y="226827"/>
                </a:lnTo>
                <a:lnTo>
                  <a:pt x="1172831" y="226827"/>
                </a:lnTo>
                <a:lnTo>
                  <a:pt x="1172831" y="134137"/>
                </a:lnTo>
                <a:cubicBezTo>
                  <a:pt x="1172831" y="94973"/>
                  <a:pt x="1152611" y="60378"/>
                  <a:pt x="1108587" y="60378"/>
                </a:cubicBezTo>
                <a:cubicBezTo>
                  <a:pt x="1085107" y="60378"/>
                  <a:pt x="1069450" y="72126"/>
                  <a:pt x="1060647" y="89752"/>
                </a:cubicBezTo>
                <a:lnTo>
                  <a:pt x="1060647" y="63642"/>
                </a:lnTo>
                <a:lnTo>
                  <a:pt x="1021833" y="63642"/>
                </a:lnTo>
                <a:lnTo>
                  <a:pt x="1021833" y="226827"/>
                </a:lnTo>
                <a:lnTo>
                  <a:pt x="1062272" y="226827"/>
                </a:lnTo>
                <a:lnTo>
                  <a:pt x="1062272" y="135769"/>
                </a:lnTo>
                <a:close/>
                <a:moveTo>
                  <a:pt x="914768" y="195169"/>
                </a:moveTo>
                <a:cubicBezTo>
                  <a:pt x="943788" y="195169"/>
                  <a:pt x="958793" y="173955"/>
                  <a:pt x="958793" y="145234"/>
                </a:cubicBezTo>
                <a:cubicBezTo>
                  <a:pt x="958793" y="116511"/>
                  <a:pt x="943788" y="95297"/>
                  <a:pt x="914768" y="95297"/>
                </a:cubicBezTo>
                <a:cubicBezTo>
                  <a:pt x="886390" y="95297"/>
                  <a:pt x="870411" y="116511"/>
                  <a:pt x="870411" y="145234"/>
                </a:cubicBezTo>
                <a:cubicBezTo>
                  <a:pt x="870411" y="173955"/>
                  <a:pt x="886390" y="195169"/>
                  <a:pt x="914768" y="195169"/>
                </a:cubicBezTo>
                <a:moveTo>
                  <a:pt x="914768" y="230092"/>
                </a:moveTo>
                <a:cubicBezTo>
                  <a:pt x="863565" y="230092"/>
                  <a:pt x="828995" y="192884"/>
                  <a:pt x="828995" y="145234"/>
                </a:cubicBezTo>
                <a:cubicBezTo>
                  <a:pt x="828995" y="97582"/>
                  <a:pt x="863565" y="60378"/>
                  <a:pt x="914768" y="60378"/>
                </a:cubicBezTo>
                <a:cubicBezTo>
                  <a:pt x="965642" y="60378"/>
                  <a:pt x="1000212" y="97582"/>
                  <a:pt x="1000212" y="145234"/>
                </a:cubicBezTo>
                <a:cubicBezTo>
                  <a:pt x="1000212" y="192884"/>
                  <a:pt x="965642" y="230092"/>
                  <a:pt x="914768" y="230092"/>
                </a:cubicBezTo>
                <a:moveTo>
                  <a:pt x="773880" y="141318"/>
                </a:moveTo>
                <a:cubicBezTo>
                  <a:pt x="773880" y="114880"/>
                  <a:pt x="787575" y="100192"/>
                  <a:pt x="813670" y="100192"/>
                </a:cubicBezTo>
                <a:cubicBezTo>
                  <a:pt x="818227" y="100192"/>
                  <a:pt x="823126" y="100846"/>
                  <a:pt x="827689" y="102154"/>
                </a:cubicBezTo>
                <a:lnTo>
                  <a:pt x="828343" y="102154"/>
                </a:lnTo>
                <a:lnTo>
                  <a:pt x="828343" y="64293"/>
                </a:lnTo>
                <a:cubicBezTo>
                  <a:pt x="824103" y="62660"/>
                  <a:pt x="818559" y="61682"/>
                  <a:pt x="812361" y="61682"/>
                </a:cubicBezTo>
                <a:cubicBezTo>
                  <a:pt x="792796" y="61682"/>
                  <a:pt x="779749" y="73758"/>
                  <a:pt x="772251" y="93341"/>
                </a:cubicBezTo>
                <a:lnTo>
                  <a:pt x="772251" y="63642"/>
                </a:lnTo>
                <a:lnTo>
                  <a:pt x="733441" y="63642"/>
                </a:lnTo>
                <a:lnTo>
                  <a:pt x="733441" y="226827"/>
                </a:lnTo>
                <a:lnTo>
                  <a:pt x="773880" y="226827"/>
                </a:lnTo>
                <a:lnTo>
                  <a:pt x="773880" y="141318"/>
                </a:lnTo>
                <a:close/>
                <a:moveTo>
                  <a:pt x="505483" y="195822"/>
                </a:moveTo>
                <a:cubicBezTo>
                  <a:pt x="532878" y="195822"/>
                  <a:pt x="548205" y="174609"/>
                  <a:pt x="548205" y="144907"/>
                </a:cubicBezTo>
                <a:cubicBezTo>
                  <a:pt x="548205" y="115533"/>
                  <a:pt x="532878" y="94319"/>
                  <a:pt x="505483" y="94319"/>
                </a:cubicBezTo>
                <a:cubicBezTo>
                  <a:pt x="477760" y="94319"/>
                  <a:pt x="463413" y="115533"/>
                  <a:pt x="463413" y="144907"/>
                </a:cubicBezTo>
                <a:cubicBezTo>
                  <a:pt x="463413" y="174609"/>
                  <a:pt x="477760" y="195822"/>
                  <a:pt x="505483" y="195822"/>
                </a:cubicBezTo>
                <a:moveTo>
                  <a:pt x="690393" y="230092"/>
                </a:moveTo>
                <a:cubicBezTo>
                  <a:pt x="652889" y="230092"/>
                  <a:pt x="631689" y="212790"/>
                  <a:pt x="631689" y="173627"/>
                </a:cubicBezTo>
                <a:lnTo>
                  <a:pt x="631689" y="96603"/>
                </a:lnTo>
                <a:lnTo>
                  <a:pt x="586690" y="96603"/>
                </a:lnTo>
                <a:lnTo>
                  <a:pt x="586690" y="178522"/>
                </a:lnTo>
                <a:cubicBezTo>
                  <a:pt x="586690" y="190598"/>
                  <a:pt x="591250" y="195495"/>
                  <a:pt x="601037" y="195495"/>
                </a:cubicBezTo>
                <a:cubicBezTo>
                  <a:pt x="603320" y="195495"/>
                  <a:pt x="605926" y="195495"/>
                  <a:pt x="608864" y="194841"/>
                </a:cubicBezTo>
                <a:lnTo>
                  <a:pt x="609844" y="194841"/>
                </a:lnTo>
                <a:lnTo>
                  <a:pt x="609844" y="226827"/>
                </a:lnTo>
                <a:cubicBezTo>
                  <a:pt x="605926" y="227807"/>
                  <a:pt x="598106" y="228781"/>
                  <a:pt x="592230" y="228781"/>
                </a:cubicBezTo>
                <a:cubicBezTo>
                  <a:pt x="570057" y="228781"/>
                  <a:pt x="556358" y="220298"/>
                  <a:pt x="550489" y="201697"/>
                </a:cubicBezTo>
                <a:cubicBezTo>
                  <a:pt x="538744" y="219974"/>
                  <a:pt x="520159" y="230092"/>
                  <a:pt x="497009" y="230092"/>
                </a:cubicBezTo>
                <a:cubicBezTo>
                  <a:pt x="455583" y="230092"/>
                  <a:pt x="421997" y="197779"/>
                  <a:pt x="421997" y="144907"/>
                </a:cubicBezTo>
                <a:cubicBezTo>
                  <a:pt x="421997" y="92687"/>
                  <a:pt x="455583" y="60378"/>
                  <a:pt x="497009" y="60378"/>
                </a:cubicBezTo>
                <a:cubicBezTo>
                  <a:pt x="517544" y="60378"/>
                  <a:pt x="534510" y="68209"/>
                  <a:pt x="546248" y="82571"/>
                </a:cubicBezTo>
                <a:lnTo>
                  <a:pt x="546248" y="1631"/>
                </a:lnTo>
                <a:lnTo>
                  <a:pt x="586690" y="1631"/>
                </a:lnTo>
                <a:lnTo>
                  <a:pt x="586690" y="63642"/>
                </a:lnTo>
                <a:lnTo>
                  <a:pt x="631689" y="63642"/>
                </a:lnTo>
                <a:lnTo>
                  <a:pt x="631689" y="24802"/>
                </a:lnTo>
                <a:lnTo>
                  <a:pt x="672128" y="24802"/>
                </a:lnTo>
                <a:lnTo>
                  <a:pt x="672128" y="63642"/>
                </a:lnTo>
                <a:lnTo>
                  <a:pt x="715508" y="63642"/>
                </a:lnTo>
                <a:lnTo>
                  <a:pt x="715508" y="96603"/>
                </a:lnTo>
                <a:lnTo>
                  <a:pt x="672128" y="96603"/>
                </a:lnTo>
                <a:lnTo>
                  <a:pt x="672128" y="171669"/>
                </a:lnTo>
                <a:cubicBezTo>
                  <a:pt x="672128" y="187988"/>
                  <a:pt x="680283" y="195822"/>
                  <a:pt x="695943" y="195822"/>
                </a:cubicBezTo>
                <a:cubicBezTo>
                  <a:pt x="703115" y="195822"/>
                  <a:pt x="708004" y="195169"/>
                  <a:pt x="714527" y="193538"/>
                </a:cubicBezTo>
                <a:lnTo>
                  <a:pt x="715508" y="193538"/>
                </a:lnTo>
                <a:lnTo>
                  <a:pt x="715508" y="226827"/>
                </a:lnTo>
                <a:cubicBezTo>
                  <a:pt x="707681" y="228781"/>
                  <a:pt x="698220" y="230092"/>
                  <a:pt x="690393" y="230092"/>
                </a:cubicBezTo>
                <a:moveTo>
                  <a:pt x="0" y="226822"/>
                </a:moveTo>
                <a:lnTo>
                  <a:pt x="40113" y="226822"/>
                </a:lnTo>
                <a:lnTo>
                  <a:pt x="47614" y="86161"/>
                </a:lnTo>
                <a:lnTo>
                  <a:pt x="49244" y="47977"/>
                </a:lnTo>
                <a:lnTo>
                  <a:pt x="49897" y="47977"/>
                </a:lnTo>
                <a:lnTo>
                  <a:pt x="58379" y="86161"/>
                </a:lnTo>
                <a:lnTo>
                  <a:pt x="90991" y="226822"/>
                </a:lnTo>
                <a:lnTo>
                  <a:pt x="141211" y="226822"/>
                </a:lnTo>
                <a:lnTo>
                  <a:pt x="174152" y="86161"/>
                </a:lnTo>
                <a:lnTo>
                  <a:pt x="182304" y="47977"/>
                </a:lnTo>
                <a:lnTo>
                  <a:pt x="182954" y="47977"/>
                </a:lnTo>
                <a:lnTo>
                  <a:pt x="184585" y="86161"/>
                </a:lnTo>
                <a:lnTo>
                  <a:pt x="192413" y="226822"/>
                </a:lnTo>
                <a:lnTo>
                  <a:pt x="234156" y="226822"/>
                </a:lnTo>
                <a:lnTo>
                  <a:pt x="220457" y="1635"/>
                </a:lnTo>
                <a:lnTo>
                  <a:pt x="153928" y="1635"/>
                </a:lnTo>
                <a:lnTo>
                  <a:pt x="123928" y="136746"/>
                </a:lnTo>
                <a:lnTo>
                  <a:pt x="117404" y="171015"/>
                </a:lnTo>
                <a:lnTo>
                  <a:pt x="116752" y="171015"/>
                </a:lnTo>
                <a:lnTo>
                  <a:pt x="109901" y="136746"/>
                </a:lnTo>
                <a:lnTo>
                  <a:pt x="79901" y="1635"/>
                </a:lnTo>
                <a:lnTo>
                  <a:pt x="13372" y="1635"/>
                </a:lnTo>
                <a:lnTo>
                  <a:pt x="0" y="226822"/>
                </a:lnTo>
                <a:close/>
                <a:moveTo>
                  <a:pt x="406676" y="142296"/>
                </a:moveTo>
                <a:cubicBezTo>
                  <a:pt x="406676" y="150131"/>
                  <a:pt x="406021" y="158290"/>
                  <a:pt x="404715" y="164817"/>
                </a:cubicBezTo>
                <a:lnTo>
                  <a:pt x="287310" y="164817"/>
                </a:lnTo>
                <a:cubicBezTo>
                  <a:pt x="291548" y="184400"/>
                  <a:pt x="308183" y="196473"/>
                  <a:pt x="339487" y="196473"/>
                </a:cubicBezTo>
                <a:cubicBezTo>
                  <a:pt x="339631" y="196473"/>
                  <a:pt x="339765" y="196464"/>
                  <a:pt x="339905" y="196461"/>
                </a:cubicBezTo>
                <a:cubicBezTo>
                  <a:pt x="340014" y="196461"/>
                  <a:pt x="340116" y="196454"/>
                  <a:pt x="340225" y="196454"/>
                </a:cubicBezTo>
                <a:cubicBezTo>
                  <a:pt x="342201" y="196440"/>
                  <a:pt x="344133" y="196378"/>
                  <a:pt x="346040" y="196281"/>
                </a:cubicBezTo>
                <a:cubicBezTo>
                  <a:pt x="347074" y="196228"/>
                  <a:pt x="348106" y="196155"/>
                  <a:pt x="349137" y="196070"/>
                </a:cubicBezTo>
                <a:cubicBezTo>
                  <a:pt x="349945" y="196008"/>
                  <a:pt x="350743" y="195931"/>
                  <a:pt x="351545" y="195855"/>
                </a:cubicBezTo>
                <a:cubicBezTo>
                  <a:pt x="364583" y="194535"/>
                  <a:pt x="376972" y="191029"/>
                  <a:pt x="388346" y="185700"/>
                </a:cubicBezTo>
                <a:cubicBezTo>
                  <a:pt x="389237" y="185266"/>
                  <a:pt x="390154" y="184853"/>
                  <a:pt x="391013" y="184400"/>
                </a:cubicBezTo>
                <a:lnTo>
                  <a:pt x="391022" y="184400"/>
                </a:lnTo>
                <a:cubicBezTo>
                  <a:pt x="393328" y="183241"/>
                  <a:pt x="395566" y="181972"/>
                  <a:pt x="397779" y="180663"/>
                </a:cubicBezTo>
                <a:lnTo>
                  <a:pt x="398779" y="180663"/>
                </a:lnTo>
                <a:lnTo>
                  <a:pt x="398779" y="213695"/>
                </a:lnTo>
                <a:cubicBezTo>
                  <a:pt x="381596" y="224096"/>
                  <a:pt x="361450" y="230092"/>
                  <a:pt x="339905" y="230092"/>
                </a:cubicBezTo>
                <a:lnTo>
                  <a:pt x="339905" y="230014"/>
                </a:lnTo>
                <a:cubicBezTo>
                  <a:pt x="339110" y="230026"/>
                  <a:pt x="338341" y="230092"/>
                  <a:pt x="337533" y="230092"/>
                </a:cubicBezTo>
                <a:cubicBezTo>
                  <a:pt x="278504" y="230092"/>
                  <a:pt x="246220" y="196473"/>
                  <a:pt x="246220" y="147517"/>
                </a:cubicBezTo>
                <a:cubicBezTo>
                  <a:pt x="246220" y="94973"/>
                  <a:pt x="279485" y="60378"/>
                  <a:pt x="327749" y="60378"/>
                </a:cubicBezTo>
                <a:cubicBezTo>
                  <a:pt x="376017" y="60378"/>
                  <a:pt x="406676" y="94647"/>
                  <a:pt x="406676" y="142296"/>
                </a:cubicBezTo>
                <a:close/>
                <a:moveTo>
                  <a:pt x="368188" y="133159"/>
                </a:moveTo>
                <a:cubicBezTo>
                  <a:pt x="366233" y="108681"/>
                  <a:pt x="353512" y="94319"/>
                  <a:pt x="327749" y="94319"/>
                </a:cubicBezTo>
                <a:cubicBezTo>
                  <a:pt x="303944" y="94319"/>
                  <a:pt x="289269" y="109333"/>
                  <a:pt x="286657" y="133159"/>
                </a:cubicBezTo>
                <a:lnTo>
                  <a:pt x="368188" y="133159"/>
                </a:lnTo>
                <a:close/>
              </a:path>
            </a:pathLst>
          </a:custGeom>
          <a:solidFill>
            <a:schemeClr val="bg2"/>
          </a:solidFill>
          <a:ln w="31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 descr="Logo Guidelines - Aggie Hub | North Carolina A&amp;T State University">
            <a:extLst>
              <a:ext uri="{FF2B5EF4-FFF2-40B4-BE49-F238E27FC236}">
                <a16:creationId xmlns:a16="http://schemas.microsoft.com/office/drawing/2014/main" id="{FF469C0F-2D76-CFDA-DAEF-EF69F1A77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293" y="445719"/>
            <a:ext cx="6553200" cy="149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AD0B4B-D8B8-08BE-0E4E-88F16CACB0FD}"/>
              </a:ext>
            </a:extLst>
          </p:cNvPr>
          <p:cNvSpPr txBox="1"/>
          <p:nvPr/>
        </p:nvSpPr>
        <p:spPr>
          <a:xfrm>
            <a:off x="712787" y="4848334"/>
            <a:ext cx="13917613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Breaking Medical Information Barriers by </a:t>
            </a:r>
            <a:r>
              <a:rPr lang="en-US" sz="4000" dirty="0">
                <a:solidFill>
                  <a:schemeClr val="tx2"/>
                </a:solidFill>
                <a:latin typeface="+mj-lt"/>
              </a:rPr>
              <a:t>Simplifying Health for Patients</a:t>
            </a:r>
          </a:p>
          <a:p>
            <a:endParaRPr lang="en-US" sz="4000" dirty="0">
              <a:solidFill>
                <a:schemeClr val="tx2"/>
              </a:solidFill>
              <a:latin typeface="+mj-lt"/>
            </a:endParaRPr>
          </a:p>
          <a:p>
            <a:r>
              <a:rPr lang="en-US" sz="1700" b="1" dirty="0">
                <a:solidFill>
                  <a:schemeClr val="tx2"/>
                </a:solidFill>
                <a:latin typeface="+mj-lt"/>
              </a:rPr>
              <a:t>Medtronic Team: </a:t>
            </a:r>
            <a:r>
              <a:rPr lang="en-US" sz="1700" dirty="0">
                <a:solidFill>
                  <a:schemeClr val="tx2"/>
                </a:solidFill>
                <a:latin typeface="+mj-lt"/>
              </a:rPr>
              <a:t>Abaas Kilas, Shakeyva Graff, Patrick Ogunbufunmi</a:t>
            </a:r>
          </a:p>
        </p:txBody>
      </p:sp>
    </p:spTree>
    <p:extLst>
      <p:ext uri="{BB962C8B-B14F-4D97-AF65-F5344CB8AC3E}">
        <p14:creationId xmlns:p14="http://schemas.microsoft.com/office/powerpoint/2010/main" val="3724346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AA2D-056D-F82A-A5AE-5D0D4C37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1D859-8350-D669-18F9-3988AAA4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94" y="437624"/>
            <a:ext cx="13202836" cy="398573"/>
          </a:xfrm>
        </p:spPr>
        <p:txBody>
          <a:bodyPr>
            <a:noAutofit/>
          </a:bodyPr>
          <a:lstStyle/>
          <a:p>
            <a:r>
              <a:rPr lang="en-US" sz="3600"/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EC7AE-BA14-A9DE-F379-0892A5AF9A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3384" y="993286"/>
            <a:ext cx="13203632" cy="553998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tx2"/>
                </a:solidFill>
                <a:latin typeface="+mj-lt"/>
              </a:rPr>
              <a:t>Patients with implantable cardiac devices often see complex medical reports, unknown terminology, or alerts they struggle to interpret.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998163-12D4-6675-5B6F-1789D1CA64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3383" y="2537617"/>
            <a:ext cx="6364224" cy="553998"/>
          </a:xfrm>
        </p:spPr>
        <p:txBody>
          <a:bodyPr>
            <a:noAutofit/>
          </a:bodyPr>
          <a:lstStyle/>
          <a:p>
            <a:r>
              <a:rPr lang="en-US" sz="2800"/>
              <a:t>Core Functionalities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ED3A9C-1FA3-92CA-1605-E0B79060E0A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3383" y="3096563"/>
            <a:ext cx="6364224" cy="4412486"/>
          </a:xfrm>
        </p:spPr>
        <p:txBody>
          <a:bodyPr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/>
              <a:t>Secure Login and Logout System for Patients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/>
              <a:t>Upload or Input Capability (e.g. PDFs, text entry)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/>
              <a:t>Medical Term Recognition </a:t>
            </a:r>
          </a:p>
          <a:p>
            <a:pPr marL="525773" lvl="1" indent="-342900"/>
            <a:r>
              <a:rPr lang="en-US"/>
              <a:t>Utilize WebMD, Harvard Health, etc</a:t>
            </a:r>
          </a:p>
          <a:p>
            <a:pPr marL="525773" lvl="1" indent="-342900"/>
            <a:r>
              <a:rPr lang="en-US"/>
              <a:t>Maintain a dictionary or lookup method for recognition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/>
              <a:t>A Medical Translation Engine</a:t>
            </a:r>
          </a:p>
          <a:p>
            <a:pPr marL="468623" lvl="1" indent="-285750"/>
            <a:r>
              <a:rPr lang="en-US"/>
              <a:t>Likely incorporates AI</a:t>
            </a:r>
          </a:p>
          <a:p>
            <a:pPr marL="468623" lvl="1" indent="-285750"/>
            <a:r>
              <a:rPr lang="en-US"/>
              <a:t>Structured output (e.g., “Term/Meaning/Why it Matters”)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/>
              <a:t>Simple Accessibility &amp; Design</a:t>
            </a:r>
          </a:p>
          <a:p>
            <a:pPr marL="468623" lvl="1" indent="-285750"/>
            <a:r>
              <a:rPr lang="en-US"/>
              <a:t>Simple layout, readable fonts, clear navigation (consider older patient demographics)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790934-E1D3-65D2-61CB-568A16BFD9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47288" y="2537617"/>
            <a:ext cx="6364224" cy="553998"/>
          </a:xfrm>
        </p:spPr>
        <p:txBody>
          <a:bodyPr>
            <a:noAutofit/>
          </a:bodyPr>
          <a:lstStyle/>
          <a:p>
            <a:r>
              <a:rPr lang="en-US" sz="2800"/>
              <a:t>Bonus/Optional Functionalities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E80FD64-520D-FD9F-6E78-0FFAB49E5B2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547288" y="3096563"/>
            <a:ext cx="6364224" cy="3849024"/>
          </a:xfrm>
        </p:spPr>
        <p:txBody>
          <a:bodyPr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/>
              <a:t>A Chatbot or Voice Assistant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/>
              <a:t>Multilingual Support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/>
              <a:t>A Lightweight or Offline Mode</a:t>
            </a:r>
          </a:p>
          <a:p>
            <a:pPr marL="468623" lvl="1" indent="-285750"/>
            <a:r>
              <a:rPr lang="en-US"/>
              <a:t>Use without internet, emphasis on design efficiency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/>
              <a:t>Gamification or Learning System</a:t>
            </a:r>
          </a:p>
          <a:p>
            <a:pPr marL="468623" lvl="1" indent="-285750"/>
            <a:r>
              <a:rPr lang="en-US"/>
              <a:t>Quiz patients to expand medical knowledge, use of animations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63E9-8AD3-C439-9905-42A5C0942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A52B61F-23AE-D768-2F21-BA8F5FC4E199}"/>
              </a:ext>
            </a:extLst>
          </p:cNvPr>
          <p:cNvSpPr txBox="1">
            <a:spLocks/>
          </p:cNvSpPr>
          <p:nvPr/>
        </p:nvSpPr>
        <p:spPr>
          <a:xfrm>
            <a:off x="748385" y="1698814"/>
            <a:ext cx="13203631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1097236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36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2873" indent="-182873" algn="l" defTabSz="1097236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46" indent="-182873" algn="l" defTabSz="1097236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18" indent="-182873" algn="l" defTabSz="1097236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491" indent="-182873" algn="l" defTabSz="1097236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399" indent="-274309" algn="l" defTabSz="1097236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017" indent="-274309" algn="l" defTabSz="1097236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636" indent="-274309" algn="l" defTabSz="1097236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254" indent="-274309" algn="l" defTabSz="1097236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rPr>
              <a:t>Your challenge is to design a website or mobile app for patients to simplify medical information, particularly heart failure, so they can clearly understand their health and feel more connected to their care</a:t>
            </a:r>
          </a:p>
        </p:txBody>
      </p:sp>
    </p:spTree>
    <p:extLst>
      <p:ext uri="{BB962C8B-B14F-4D97-AF65-F5344CB8AC3E}">
        <p14:creationId xmlns:p14="http://schemas.microsoft.com/office/powerpoint/2010/main" val="298477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454A-3614-46DE-AD23-DDF06484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94" y="437625"/>
            <a:ext cx="13202836" cy="398572"/>
          </a:xfrm>
        </p:spPr>
        <p:txBody>
          <a:bodyPr>
            <a:noAutofit/>
          </a:bodyPr>
          <a:lstStyle/>
          <a:p>
            <a:r>
              <a:rPr lang="en-US" sz="3600"/>
              <a:t>Evaluation/Rubric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F18EA9B-9256-4D04-A45B-D4C3E75FA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679675"/>
              </p:ext>
            </p:extLst>
          </p:nvPr>
        </p:nvGraphicFramePr>
        <p:xfrm>
          <a:off x="695322" y="2785362"/>
          <a:ext cx="13219908" cy="39120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04977">
                  <a:extLst>
                    <a:ext uri="{9D8B030D-6E8A-4147-A177-3AD203B41FA5}">
                      <a16:colId xmlns:a16="http://schemas.microsoft.com/office/drawing/2014/main" val="3720048123"/>
                    </a:ext>
                  </a:extLst>
                </a:gridCol>
                <a:gridCol w="3304977">
                  <a:extLst>
                    <a:ext uri="{9D8B030D-6E8A-4147-A177-3AD203B41FA5}">
                      <a16:colId xmlns:a16="http://schemas.microsoft.com/office/drawing/2014/main" val="383269663"/>
                    </a:ext>
                  </a:extLst>
                </a:gridCol>
                <a:gridCol w="3304977">
                  <a:extLst>
                    <a:ext uri="{9D8B030D-6E8A-4147-A177-3AD203B41FA5}">
                      <a16:colId xmlns:a16="http://schemas.microsoft.com/office/drawing/2014/main" val="3622036288"/>
                    </a:ext>
                  </a:extLst>
                </a:gridCol>
                <a:gridCol w="3304977">
                  <a:extLst>
                    <a:ext uri="{9D8B030D-6E8A-4147-A177-3AD203B41FA5}">
                      <a16:colId xmlns:a16="http://schemas.microsoft.com/office/drawing/2014/main" val="2483984104"/>
                    </a:ext>
                  </a:extLst>
                </a:gridCol>
              </a:tblGrid>
              <a:tr h="803090"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Core Functionalities</a:t>
                      </a:r>
                    </a:p>
                  </a:txBody>
                  <a:tcPr marB="228600" anchor="b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Design &amp; Implementation</a:t>
                      </a:r>
                    </a:p>
                  </a:txBody>
                  <a:tcPr marB="22860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Demonstration/Pitch</a:t>
                      </a:r>
                    </a:p>
                  </a:txBody>
                  <a:tcPr marB="22860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Bonus/Optional Functionalities</a:t>
                      </a:r>
                    </a:p>
                  </a:txBody>
                  <a:tcPr marB="22860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07603"/>
                  </a:ext>
                </a:extLst>
              </a:tr>
              <a:tr h="80309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Avenir Next World"/>
                          <a:ea typeface="+mn-ea"/>
                          <a:cs typeface="+mn-cs"/>
                        </a:rPr>
                        <a:t>40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Avenir Next World"/>
                          <a:ea typeface="+mn-ea"/>
                          <a:cs typeface="+mn-cs"/>
                        </a:rPr>
                        <a:t>%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Avenir Next World"/>
                          <a:ea typeface="+mn-ea"/>
                          <a:cs typeface="+mn-cs"/>
                        </a:rPr>
                        <a:t>40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Avenir Next World"/>
                          <a:ea typeface="+mn-ea"/>
                          <a:cs typeface="+mn-cs"/>
                        </a:rPr>
                        <a:t>%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Avenir Next World"/>
                          <a:ea typeface="+mn-ea"/>
                          <a:cs typeface="+mn-cs"/>
                        </a:rPr>
                        <a:t>20</a:t>
                      </a: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Avenir Next World"/>
                          <a:ea typeface="+mn-ea"/>
                          <a:cs typeface="+mn-cs"/>
                        </a:rPr>
                        <a:t>%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15% per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861046"/>
                  </a:ext>
                </a:extLst>
              </a:tr>
              <a:tr h="80309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Meets the challenge requirements such as uploading, translating, displaying medical info clearly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Intuitive, accessible, and visually clear interface. Scalability, performance of the system, security/privacy considerations were made. Teams show basic AI/NLP use in their solution 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World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Clear demo of solution. Creativity in presentation or storytelling. Teams should consider ethical/safety/legal concerns. Explanation/summary of tech stack. Can be recording or done live</a:t>
                      </a: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World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Additional features like chatbot/voice integration,  multilingual support, offline mode, and trivia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04615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8E5C-F07E-477D-95CD-CFE34C8CE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42CEB26-2C41-EC13-C64B-0712B97174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322" y="988318"/>
            <a:ext cx="13203632" cy="553998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tx2"/>
                </a:solidFill>
                <a:latin typeface="+mj-lt"/>
              </a:rPr>
              <a:t>Teams will be judged on functionality, implementation, and creativity. The goal is to see how effectively your solution bridges the gap between clinical data and patient understanding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83BCB7F-AF38-78B2-61C4-085178C3C1B9}"/>
              </a:ext>
            </a:extLst>
          </p:cNvPr>
          <p:cNvSpPr txBox="1">
            <a:spLocks/>
          </p:cNvSpPr>
          <p:nvPr/>
        </p:nvSpPr>
        <p:spPr>
          <a:xfrm>
            <a:off x="712394" y="1770161"/>
            <a:ext cx="13203631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 defTabSz="1097236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36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2873" indent="-182873" algn="l" defTabSz="1097236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46" indent="-182873" algn="l" defTabSz="1097236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18" indent="-182873" algn="l" defTabSz="1097236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491" indent="-182873" algn="l" defTabSz="1097236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17399" indent="-274309" algn="l" defTabSz="1097236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017" indent="-274309" algn="l" defTabSz="1097236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636" indent="-274309" algn="l" defTabSz="1097236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254" indent="-274309" algn="l" defTabSz="1097236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rPr>
              <a:t>Teams are encouraged to push innovation beyond the core requirements. Expand and include as much as your team wishes, the more your solution can do for patients the better  </a:t>
            </a:r>
          </a:p>
        </p:txBody>
      </p:sp>
    </p:spTree>
    <p:extLst>
      <p:ext uri="{BB962C8B-B14F-4D97-AF65-F5344CB8AC3E}">
        <p14:creationId xmlns:p14="http://schemas.microsoft.com/office/powerpoint/2010/main" val="374874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BB971-FF5B-C3BD-9F1F-9AE0F3D45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36418-9F64-5E4A-12FC-20B6E464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94" y="437625"/>
            <a:ext cx="13202836" cy="398572"/>
          </a:xfrm>
        </p:spPr>
        <p:txBody>
          <a:bodyPr>
            <a:noAutofit/>
          </a:bodyPr>
          <a:lstStyle/>
          <a:p>
            <a:r>
              <a:rPr lang="en-US" sz="3600" dirty="0"/>
              <a:t>Prizes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15C6E0D-E85A-09AF-99B0-4D0D69BD3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96425"/>
              </p:ext>
            </p:extLst>
          </p:nvPr>
        </p:nvGraphicFramePr>
        <p:xfrm>
          <a:off x="2356346" y="1162077"/>
          <a:ext cx="9914931" cy="589186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04977">
                  <a:extLst>
                    <a:ext uri="{9D8B030D-6E8A-4147-A177-3AD203B41FA5}">
                      <a16:colId xmlns:a16="http://schemas.microsoft.com/office/drawing/2014/main" val="3720048123"/>
                    </a:ext>
                  </a:extLst>
                </a:gridCol>
                <a:gridCol w="3304977">
                  <a:extLst>
                    <a:ext uri="{9D8B030D-6E8A-4147-A177-3AD203B41FA5}">
                      <a16:colId xmlns:a16="http://schemas.microsoft.com/office/drawing/2014/main" val="383269663"/>
                    </a:ext>
                  </a:extLst>
                </a:gridCol>
                <a:gridCol w="3304977">
                  <a:extLst>
                    <a:ext uri="{9D8B030D-6E8A-4147-A177-3AD203B41FA5}">
                      <a16:colId xmlns:a16="http://schemas.microsoft.com/office/drawing/2014/main" val="3622036288"/>
                    </a:ext>
                  </a:extLst>
                </a:gridCol>
              </a:tblGrid>
              <a:tr h="153174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1</a:t>
                      </a:r>
                      <a:r>
                        <a:rPr lang="en-US" sz="1800" b="0" baseline="30000" dirty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st</a:t>
                      </a:r>
                      <a:r>
                        <a:rPr lang="en-US" sz="1800" b="0" dirty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 Place</a:t>
                      </a:r>
                    </a:p>
                  </a:txBody>
                  <a:tcPr marB="228600" anchor="b">
                    <a:lnL w="12700" cmpd="sng">
                      <a:noFill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2</a:t>
                      </a:r>
                      <a:r>
                        <a:rPr lang="en-US" sz="1800" b="0" baseline="30000" dirty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nd</a:t>
                      </a:r>
                      <a:r>
                        <a:rPr lang="en-US" sz="1800" b="0" dirty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 Place</a:t>
                      </a:r>
                    </a:p>
                  </a:txBody>
                  <a:tcPr marB="22860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3</a:t>
                      </a:r>
                      <a:r>
                        <a:rPr lang="en-US" sz="1800" b="0" baseline="30000" dirty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rd</a:t>
                      </a:r>
                      <a:r>
                        <a:rPr lang="en-US" sz="1800" b="0" dirty="0">
                          <a:latin typeface="Avenir Next World Demi" panose="020B0703020202020204" pitchFamily="34" charset="0"/>
                          <a:cs typeface="Avenir Next World Demi" panose="020B0703020202020204" pitchFamily="34" charset="0"/>
                        </a:rPr>
                        <a:t> Place</a:t>
                      </a:r>
                    </a:p>
                  </a:txBody>
                  <a:tcPr marB="228600" anchor="b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07603"/>
                  </a:ext>
                </a:extLst>
              </a:tr>
              <a:tr h="4360121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World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3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venir Next World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04615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70AA6-8A5A-62BD-0A86-5FAFBBC7B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12790" y="7666138"/>
            <a:ext cx="304799" cy="153888"/>
          </a:xfrm>
        </p:spPr>
        <p:txBody>
          <a:bodyPr>
            <a:noAutofit/>
          </a:bodyPr>
          <a:lstStyle/>
          <a:p>
            <a:fld id="{CD0300D1-3F1C-4290-A0D1-7CD19DBD990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 descr="iPad in blue, pink, yellow, and silver colors and one iPad attached to the Magic Keyboard Folio.">
            <a:extLst>
              <a:ext uri="{FF2B5EF4-FFF2-40B4-BE49-F238E27FC236}">
                <a16:creationId xmlns:a16="http://schemas.microsoft.com/office/drawing/2014/main" id="{96A9B88C-42CE-68D5-43F0-F19CA5368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986" y="3314697"/>
            <a:ext cx="2372408" cy="2846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irPods Pro 3, left and right wireless headphones">
            <a:extLst>
              <a:ext uri="{FF2B5EF4-FFF2-40B4-BE49-F238E27FC236}">
                <a16:creationId xmlns:a16="http://schemas.microsoft.com/office/drawing/2014/main" id="{64E1B0F4-6A26-8A79-06EC-C78595E2C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366" y="3990956"/>
            <a:ext cx="2098048" cy="199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ay-Ban Unisex Eyeglasses Black Size: 53">
            <a:extLst>
              <a:ext uri="{FF2B5EF4-FFF2-40B4-BE49-F238E27FC236}">
                <a16:creationId xmlns:a16="http://schemas.microsoft.com/office/drawing/2014/main" id="{EAA778A0-A5BD-204F-E317-9FED1D129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722" y="3975596"/>
            <a:ext cx="3050178" cy="1525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5933443"/>
      </p:ext>
    </p:extLst>
  </p:cSld>
  <p:clrMapOvr>
    <a:masterClrMapping/>
  </p:clrMapOvr>
</p:sld>
</file>

<file path=ppt/theme/theme1.xml><?xml version="1.0" encoding="utf-8"?>
<a:theme xmlns:a="http://schemas.openxmlformats.org/drawingml/2006/main" name="Medtronic Theme">
  <a:themeElements>
    <a:clrScheme name="Custom 1">
      <a:dk1>
        <a:srgbClr val="3C3C3C"/>
      </a:dk1>
      <a:lt1>
        <a:sysClr val="window" lastClr="FFFFFF"/>
      </a:lt1>
      <a:dk2>
        <a:srgbClr val="1010EB"/>
      </a:dk2>
      <a:lt2>
        <a:srgbClr val="140F4B"/>
      </a:lt2>
      <a:accent1>
        <a:srgbClr val="0FC9F7"/>
      </a:accent1>
      <a:accent2>
        <a:srgbClr val="00DCB9"/>
      </a:accent2>
      <a:accent3>
        <a:srgbClr val="7ECA2A"/>
      </a:accent3>
      <a:accent4>
        <a:srgbClr val="FFAD00"/>
      </a:accent4>
      <a:accent5>
        <a:srgbClr val="ED002A"/>
      </a:accent5>
      <a:accent6>
        <a:srgbClr val="E5057F"/>
      </a:accent6>
      <a:hlink>
        <a:srgbClr val="1010EB"/>
      </a:hlink>
      <a:folHlink>
        <a:srgbClr val="1010EB"/>
      </a:folHlink>
    </a:clrScheme>
    <a:fontScheme name="medtronic">
      <a:majorFont>
        <a:latin typeface="Avenir Next World"/>
        <a:ea typeface=""/>
        <a:cs typeface=""/>
      </a:majorFont>
      <a:minorFont>
        <a:latin typeface="Avenir Next Worl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lIns="137160" tIns="137160" rIns="137160" bIns="137160" rtlCol="0" anchor="t"/>
      <a:lstStyle>
        <a:defPPr algn="l"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2000" dirty="0" err="1" smtClean="0"/>
        </a:defPPr>
      </a:lstStyle>
    </a:txDef>
  </a:objectDefaults>
  <a:extraClrSchemeLst/>
  <a:custClrLst>
    <a:custClr name="Purple">
      <a:srgbClr val="C529BB"/>
    </a:custClr>
    <a:custClr name="Purple, Lighter 80%">
      <a:srgbClr val="F4C7F1"/>
    </a:custClr>
    <a:custClr name="Purple, Lighter 40%">
      <a:srgbClr val="E88FE2"/>
    </a:custClr>
    <a:custClr name="Purple, Lighter 60%">
      <a:srgbClr val="DD57D4"/>
    </a:custClr>
    <a:custClr name="Purple, Darker 25%">
      <a:srgbClr val="951F8D"/>
    </a:custClr>
    <a:custClr name="Purple, Darker 50%">
      <a:srgbClr val="63145E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Lavender">
      <a:srgbClr val="654BDD"/>
    </a:custClr>
    <a:custClr name="Lavender, Lighter 80%">
      <a:srgbClr val="D9D2F6"/>
    </a:custClr>
    <a:custClr name="Lavender, Lighter 40%">
      <a:srgbClr val="B2A5EE"/>
    </a:custClr>
    <a:custClr name="Lavender, Lighter 60%">
      <a:srgbClr val="8C78E5"/>
    </a:custClr>
    <a:custClr name="Lavender, Darker 25%">
      <a:srgbClr val="3F23BA"/>
    </a:custClr>
    <a:custClr name="Lavender, Darker 50%">
      <a:srgbClr val="2A187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rown">
      <a:srgbClr val="7B4D35"/>
    </a:custClr>
    <a:custClr name="Brown, Lighter 80%">
      <a:srgbClr val="E6D1C5"/>
    </a:custClr>
    <a:custClr name="Brown, Lighter 40%">
      <a:srgbClr val="CDA28B"/>
    </a:custClr>
    <a:custClr name="Brown, Lighter 60%">
      <a:srgbClr val="B47451"/>
    </a:custClr>
    <a:custClr name="Brown, Darker 25%">
      <a:srgbClr val="5E3B28"/>
    </a:custClr>
    <a:custClr name="Brown, Darker 50%">
      <a:srgbClr val="3E271B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doc-temp-quick-start.pptx" id="{665E9F57-A959-4762-AD5C-51BB4D5493B8}" vid="{D26BFF52-2348-454D-AACC-4D64494D0C5B}"/>
    </a:ext>
  </a:extLst>
</a:theme>
</file>

<file path=ppt/theme/theme2.xml><?xml version="1.0" encoding="utf-8"?>
<a:theme xmlns:a="http://schemas.openxmlformats.org/drawingml/2006/main" name="Medtronic Theme - Dark">
  <a:themeElements>
    <a:clrScheme name="Custom 16">
      <a:dk1>
        <a:srgbClr val="FFFFFF"/>
      </a:dk1>
      <a:lt1>
        <a:srgbClr val="140F4B"/>
      </a:lt1>
      <a:dk2>
        <a:srgbClr val="4A7DFF"/>
      </a:dk2>
      <a:lt2>
        <a:srgbClr val="F2F2F2"/>
      </a:lt2>
      <a:accent1>
        <a:srgbClr val="0FC9F7"/>
      </a:accent1>
      <a:accent2>
        <a:srgbClr val="00DCB9"/>
      </a:accent2>
      <a:accent3>
        <a:srgbClr val="7ECA2A"/>
      </a:accent3>
      <a:accent4>
        <a:srgbClr val="FFAD00"/>
      </a:accent4>
      <a:accent5>
        <a:srgbClr val="ED002A"/>
      </a:accent5>
      <a:accent6>
        <a:srgbClr val="E5057F"/>
      </a:accent6>
      <a:hlink>
        <a:srgbClr val="4A7DFF"/>
      </a:hlink>
      <a:folHlink>
        <a:srgbClr val="DD57D4"/>
      </a:folHlink>
    </a:clrScheme>
    <a:fontScheme name="medtronic">
      <a:majorFont>
        <a:latin typeface="Avenir Next World"/>
        <a:ea typeface=""/>
        <a:cs typeface=""/>
      </a:majorFont>
      <a:minorFont>
        <a:latin typeface="Avenir Next Worl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37160" tIns="137160" rIns="137160" bIns="137160" rtlCol="0" anchor="t"/>
      <a:lstStyle>
        <a:defPPr algn="l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Purple">
      <a:srgbClr val="C529BB"/>
    </a:custClr>
    <a:custClr name="Purple, Lighter 80%">
      <a:srgbClr val="F4C7F1"/>
    </a:custClr>
    <a:custClr name="Purple, Lighter 40%">
      <a:srgbClr val="E88FE2"/>
    </a:custClr>
    <a:custClr name="Purple, Lighter 60%">
      <a:srgbClr val="DD57D4"/>
    </a:custClr>
    <a:custClr name="Purple, Darker 25%">
      <a:srgbClr val="951F8D"/>
    </a:custClr>
    <a:custClr name="Purple, Darker 50%">
      <a:srgbClr val="63145E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Lavender">
      <a:srgbClr val="654BDD"/>
    </a:custClr>
    <a:custClr name="Lavender, Lighter 80%">
      <a:srgbClr val="D9D2F6"/>
    </a:custClr>
    <a:custClr name="Lavender, Lighter 40%">
      <a:srgbClr val="B2A5EE"/>
    </a:custClr>
    <a:custClr name="Lavender, Lighter 60%">
      <a:srgbClr val="8C78E5"/>
    </a:custClr>
    <a:custClr name="Lavender, Darker 25%">
      <a:srgbClr val="3F23BA"/>
    </a:custClr>
    <a:custClr name="Lavender, Darker 50%">
      <a:srgbClr val="2A187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rown">
      <a:srgbClr val="7B4D35"/>
    </a:custClr>
    <a:custClr name="Brown, Lighter 80%">
      <a:srgbClr val="E6D1C5"/>
    </a:custClr>
    <a:custClr name="Brown, Lighter 40%">
      <a:srgbClr val="CDA28B"/>
    </a:custClr>
    <a:custClr name="Brown, Lighter 60%">
      <a:srgbClr val="B47451"/>
    </a:custClr>
    <a:custClr name="Brown, Darker 25%">
      <a:srgbClr val="5E3B28"/>
    </a:custClr>
    <a:custClr name="Brown, Darker 50%">
      <a:srgbClr val="3E271B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doc-temp-quick-start.pptx" id="{665E9F57-A959-4762-AD5C-51BB4D5493B8}" vid="{2D93817A-DCF3-4F8A-8E37-41444D6811B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CB098DD1C64F419AC1636D8BD7B733" ma:contentTypeVersion="20" ma:contentTypeDescription="Create a new document." ma:contentTypeScope="" ma:versionID="3cdd0a71bf457e760f515a0d59fed013">
  <xsd:schema xmlns:xsd="http://www.w3.org/2001/XMLSchema" xmlns:xs="http://www.w3.org/2001/XMLSchema" xmlns:p="http://schemas.microsoft.com/office/2006/metadata/properties" xmlns:ns2="920de4fb-f0cb-4820-9266-6c58e6330fd8" xmlns:ns3="e449f60a-dbdf-46c6-952b-ff03d3dd6b4c" targetNamespace="http://schemas.microsoft.com/office/2006/metadata/properties" ma:root="true" ma:fieldsID="d60b2c2d2d776a877cbce47255fbedb4" ns2:_="" ns3:_="">
    <xsd:import namespace="920de4fb-f0cb-4820-9266-6c58e6330fd8"/>
    <xsd:import namespace="e449f60a-dbdf-46c6-952b-ff03d3dd6b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0de4fb-f0cb-4820-9266-6c58e6330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9bdff84-a4da-460b-8613-303c0b90a2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9f60a-dbdf-46c6-952b-ff03d3dd6b4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c0bf28d-b580-4507-a06f-061dc5506dfe}" ma:internalName="TaxCatchAll" ma:showField="CatchAllData" ma:web="e449f60a-dbdf-46c6-952b-ff03d3dd6b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0de4fb-f0cb-4820-9266-6c58e6330fd8">
      <Terms xmlns="http://schemas.microsoft.com/office/infopath/2007/PartnerControls"/>
    </lcf76f155ced4ddcb4097134ff3c332f>
    <TaxCatchAll xmlns="e449f60a-dbdf-46c6-952b-ff03d3dd6b4c" xsi:nil="true"/>
  </documentManagement>
</p:properties>
</file>

<file path=customXml/itemProps1.xml><?xml version="1.0" encoding="utf-8"?>
<ds:datastoreItem xmlns:ds="http://schemas.openxmlformats.org/officeDocument/2006/customXml" ds:itemID="{FD130872-66CD-4B5B-B8E5-EB8F69AC981B}">
  <ds:schemaRefs>
    <ds:schemaRef ds:uri="920de4fb-f0cb-4820-9266-6c58e6330fd8"/>
    <ds:schemaRef ds:uri="e449f60a-dbdf-46c6-952b-ff03d3dd6b4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178DDF4-5E09-4F91-9F36-1EEE3D9EEB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BF4DE2-E4D6-4D45-83A0-086875133A2F}">
  <ds:schemaRefs>
    <ds:schemaRef ds:uri="920de4fb-f0cb-4820-9266-6c58e6330fd8"/>
    <ds:schemaRef ds:uri="e449f60a-dbdf-46c6-952b-ff03d3dd6b4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0</TotalTime>
  <Words>396</Words>
  <Application>Microsoft Office PowerPoint</Application>
  <PresentationFormat>Custom</PresentationFormat>
  <Paragraphs>49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 Next World</vt:lpstr>
      <vt:lpstr>Avenir Next World Demi</vt:lpstr>
      <vt:lpstr>Avenir Next World Thin</vt:lpstr>
      <vt:lpstr>Calibri</vt:lpstr>
      <vt:lpstr>Courier New</vt:lpstr>
      <vt:lpstr>Medtronic Theme</vt:lpstr>
      <vt:lpstr>Medtronic Theme - Dark</vt:lpstr>
      <vt:lpstr>NCAT Hackathon 2025</vt:lpstr>
      <vt:lpstr>Problem Statement</vt:lpstr>
      <vt:lpstr>Evaluation/Rubric</vt:lpstr>
      <vt:lpstr>Prizes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Kilas, Abaas</dc:creator>
  <cp:lastModifiedBy>Ogunbufunmi, Patrick</cp:lastModifiedBy>
  <cp:revision>2</cp:revision>
  <dcterms:created xsi:type="dcterms:W3CDTF">2025-10-27T19:08:57Z</dcterms:created>
  <dcterms:modified xsi:type="dcterms:W3CDTF">2025-11-07T22:39:28Z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0x01010081CB098DD1C64F419AC1636D8BD7B733</vt:lpwstr>
  </property>
  <property fmtid="{D5CDD505-2E9C-101B-9397-08002B2CF9AE}" pid="3" name="_dlc_DocIdItemGuid">
    <vt:lpwstr>217b0ec7-cb93-4574-851b-e2d382261308</vt:lpwstr>
  </property>
  <property fmtid="{D5CDD505-2E9C-101B-9397-08002B2CF9AE}" pid="4" name="MediaServiceImageTags">
    <vt:lpwstr/>
  </property>
  <property fmtid="{D5CDD505-2E9C-101B-9397-08002B2CF9AE}" pid="5" name="TaxKeyword">
    <vt:lpwstr/>
  </property>
</Properties>
</file>